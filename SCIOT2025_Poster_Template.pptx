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fntdata" ContentType="application/x-fontdata"/>
  <Default Extension="wdp" ContentType="image/vnd.ms-photo"/>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60" r:id="rId1"/>
  </p:sldMasterIdLst>
  <p:sldIdLst>
    <p:sldId id="256" r:id="rId2"/>
  </p:sldIdLst>
  <p:sldSz cx="30275213" cy="42803763"/>
  <p:notesSz cx="6858000" cy="9144000"/>
  <p:embeddedFontLst>
    <p:embeddedFont>
      <p:font typeface="Calibri" panose="020F0502020204030204" pitchFamily="34" charset="0"/>
      <p:regular r:id="rId3"/>
      <p:bold r:id="rId4"/>
      <p:italic r:id="rId5"/>
      <p:boldItalic r:id="rId6"/>
    </p:embeddedFont>
    <p:embeddedFont>
      <p:font typeface="Yu Gothic Light" panose="020B0300000000000000" pitchFamily="34" charset="-128"/>
      <p:regular r:id="rId7"/>
    </p:embeddedFont>
    <p:embeddedFont>
      <p:font typeface="Montserrat" panose="020B0604020202020204" charset="0"/>
      <p:regular r:id="rId8"/>
      <p:bold r:id="rId9"/>
      <p:italic r:id="rId10"/>
      <p:boldItalic r:id="rId11"/>
    </p:embeddedFont>
    <p:embeddedFont>
      <p:font typeface="Lato Black" panose="020B0604020202020204" charset="0"/>
      <p:bold r:id="rId12"/>
      <p:italic r:id="rId13"/>
      <p:boldItalic r:id="rId14"/>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F13C7"/>
    <a:srgbClr val="1F06D8"/>
    <a:srgbClr val="FFC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166" autoAdjust="0"/>
    <p:restoredTop sz="94719"/>
  </p:normalViewPr>
  <p:slideViewPr>
    <p:cSldViewPr snapToGrid="0">
      <p:cViewPr>
        <p:scale>
          <a:sx n="25" d="100"/>
          <a:sy n="25" d="100"/>
        </p:scale>
        <p:origin x="1110" y="1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font" Target="fonts/font6.fntdata"/><Relationship Id="rId13" Type="http://schemas.openxmlformats.org/officeDocument/2006/relationships/font" Target="fonts/font11.fntdata"/><Relationship Id="rId18" Type="http://schemas.openxmlformats.org/officeDocument/2006/relationships/tableStyles" Target="tableStyles.xml"/><Relationship Id="rId3" Type="http://schemas.openxmlformats.org/officeDocument/2006/relationships/font" Target="fonts/font1.fntdata"/><Relationship Id="rId7" Type="http://schemas.openxmlformats.org/officeDocument/2006/relationships/font" Target="fonts/font5.fntdata"/><Relationship Id="rId12" Type="http://schemas.openxmlformats.org/officeDocument/2006/relationships/font" Target="fonts/font10.fntdata"/><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font" Target="fonts/font4.fntdata"/><Relationship Id="rId11" Type="http://schemas.openxmlformats.org/officeDocument/2006/relationships/font" Target="fonts/font9.fntdata"/><Relationship Id="rId5" Type="http://schemas.openxmlformats.org/officeDocument/2006/relationships/font" Target="fonts/font3.fntdata"/><Relationship Id="rId15" Type="http://schemas.openxmlformats.org/officeDocument/2006/relationships/presProps" Target="presProps.xml"/><Relationship Id="rId10" Type="http://schemas.openxmlformats.org/officeDocument/2006/relationships/font" Target="fonts/font8.fntdata"/><Relationship Id="rId4" Type="http://schemas.openxmlformats.org/officeDocument/2006/relationships/font" Target="fonts/font2.fntdata"/><Relationship Id="rId9" Type="http://schemas.openxmlformats.org/officeDocument/2006/relationships/font" Target="fonts/font7.fntdata"/><Relationship Id="rId14" Type="http://schemas.openxmlformats.org/officeDocument/2006/relationships/font" Target="fonts/font12.fntdata"/></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270641" y="7005156"/>
            <a:ext cx="25733931" cy="14902051"/>
          </a:xfrm>
        </p:spPr>
        <p:txBody>
          <a:bodyPr anchor="b"/>
          <a:lstStyle>
            <a:lvl1pPr algn="ctr">
              <a:defRPr sz="19865"/>
            </a:lvl1pPr>
          </a:lstStyle>
          <a:p>
            <a:r>
              <a:rPr lang="en-US"/>
              <a:t>Click to edit Master title style</a:t>
            </a:r>
            <a:endParaRPr lang="en-US" dirty="0"/>
          </a:p>
        </p:txBody>
      </p:sp>
      <p:sp>
        <p:nvSpPr>
          <p:cNvPr id="3" name="Subtitle 2"/>
          <p:cNvSpPr>
            <a:spLocks noGrp="1"/>
          </p:cNvSpPr>
          <p:nvPr>
            <p:ph type="subTitle" idx="1"/>
          </p:nvPr>
        </p:nvSpPr>
        <p:spPr>
          <a:xfrm>
            <a:off x="3784402" y="22481887"/>
            <a:ext cx="22706410" cy="10334331"/>
          </a:xfrm>
        </p:spPr>
        <p:txBody>
          <a:bodyPr/>
          <a:lstStyle>
            <a:lvl1pPr marL="0" indent="0" algn="ctr">
              <a:buNone/>
              <a:defRPr sz="7946"/>
            </a:lvl1pPr>
            <a:lvl2pPr marL="1513743" indent="0" algn="ctr">
              <a:buNone/>
              <a:defRPr sz="6622"/>
            </a:lvl2pPr>
            <a:lvl3pPr marL="3027487" indent="0" algn="ctr">
              <a:buNone/>
              <a:defRPr sz="5960"/>
            </a:lvl3pPr>
            <a:lvl4pPr marL="4541230" indent="0" algn="ctr">
              <a:buNone/>
              <a:defRPr sz="5297"/>
            </a:lvl4pPr>
            <a:lvl5pPr marL="6054974" indent="0" algn="ctr">
              <a:buNone/>
              <a:defRPr sz="5297"/>
            </a:lvl5pPr>
            <a:lvl6pPr marL="7568717" indent="0" algn="ctr">
              <a:buNone/>
              <a:defRPr sz="5297"/>
            </a:lvl6pPr>
            <a:lvl7pPr marL="9082461" indent="0" algn="ctr">
              <a:buNone/>
              <a:defRPr sz="5297"/>
            </a:lvl7pPr>
            <a:lvl8pPr marL="10596204" indent="0" algn="ctr">
              <a:buNone/>
              <a:defRPr sz="5297"/>
            </a:lvl8pPr>
            <a:lvl9pPr marL="12109948" indent="0" algn="ctr">
              <a:buNone/>
              <a:defRPr sz="5297"/>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D5422478-6B9D-4CE5-B7D9-42CD2176C297}" type="datetimeFigureOut">
              <a:rPr lang="en-US" smtClean="0"/>
              <a:t>11/1/2025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7ED2365-D582-44CC-BE20-A45CCFEC3ABE}" type="slidenum">
              <a:rPr lang="en-US" smtClean="0"/>
              <a:t>‹#›</a:t>
            </a:fld>
            <a:endParaRPr lang="en-US"/>
          </a:p>
        </p:txBody>
      </p:sp>
    </p:spTree>
    <p:extLst>
      <p:ext uri="{BB962C8B-B14F-4D97-AF65-F5344CB8AC3E}">
        <p14:creationId xmlns:p14="http://schemas.microsoft.com/office/powerpoint/2010/main" val="16536198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5422478-6B9D-4CE5-B7D9-42CD2176C297}" type="datetimeFigureOut">
              <a:rPr lang="en-US" smtClean="0"/>
              <a:t>11/1/2025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7ED2365-D582-44CC-BE20-A45CCFEC3ABE}" type="slidenum">
              <a:rPr lang="en-US" smtClean="0"/>
              <a:t>‹#›</a:t>
            </a:fld>
            <a:endParaRPr lang="en-US"/>
          </a:p>
        </p:txBody>
      </p:sp>
    </p:spTree>
    <p:extLst>
      <p:ext uri="{BB962C8B-B14F-4D97-AF65-F5344CB8AC3E}">
        <p14:creationId xmlns:p14="http://schemas.microsoft.com/office/powerpoint/2010/main" val="22874300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065654" y="10671229"/>
            <a:ext cx="26112371" cy="17805173"/>
          </a:xfrm>
        </p:spPr>
        <p:txBody>
          <a:bodyPr anchor="b"/>
          <a:lstStyle>
            <a:lvl1pPr>
              <a:defRPr sz="19865"/>
            </a:lvl1pPr>
          </a:lstStyle>
          <a:p>
            <a:r>
              <a:rPr lang="en-US"/>
              <a:t>Click to edit Master title style</a:t>
            </a:r>
            <a:endParaRPr lang="en-US" dirty="0"/>
          </a:p>
        </p:txBody>
      </p:sp>
      <p:sp>
        <p:nvSpPr>
          <p:cNvPr id="3" name="Text Placeholder 2"/>
          <p:cNvSpPr>
            <a:spLocks noGrp="1"/>
          </p:cNvSpPr>
          <p:nvPr>
            <p:ph type="body" idx="1"/>
          </p:nvPr>
        </p:nvSpPr>
        <p:spPr>
          <a:xfrm>
            <a:off x="2065654" y="28644846"/>
            <a:ext cx="26112371" cy="9363320"/>
          </a:xfrm>
        </p:spPr>
        <p:txBody>
          <a:bodyPr/>
          <a:lstStyle>
            <a:lvl1pPr marL="0" indent="0">
              <a:buNone/>
              <a:defRPr sz="7946">
                <a:solidFill>
                  <a:schemeClr val="tx1">
                    <a:tint val="82000"/>
                  </a:schemeClr>
                </a:solidFill>
              </a:defRPr>
            </a:lvl1pPr>
            <a:lvl2pPr marL="1513743" indent="0">
              <a:buNone/>
              <a:defRPr sz="6622">
                <a:solidFill>
                  <a:schemeClr val="tx1">
                    <a:tint val="82000"/>
                  </a:schemeClr>
                </a:solidFill>
              </a:defRPr>
            </a:lvl2pPr>
            <a:lvl3pPr marL="3027487" indent="0">
              <a:buNone/>
              <a:defRPr sz="5960">
                <a:solidFill>
                  <a:schemeClr val="tx1">
                    <a:tint val="82000"/>
                  </a:schemeClr>
                </a:solidFill>
              </a:defRPr>
            </a:lvl3pPr>
            <a:lvl4pPr marL="4541230" indent="0">
              <a:buNone/>
              <a:defRPr sz="5297">
                <a:solidFill>
                  <a:schemeClr val="tx1">
                    <a:tint val="82000"/>
                  </a:schemeClr>
                </a:solidFill>
              </a:defRPr>
            </a:lvl4pPr>
            <a:lvl5pPr marL="6054974" indent="0">
              <a:buNone/>
              <a:defRPr sz="5297">
                <a:solidFill>
                  <a:schemeClr val="tx1">
                    <a:tint val="82000"/>
                  </a:schemeClr>
                </a:solidFill>
              </a:defRPr>
            </a:lvl5pPr>
            <a:lvl6pPr marL="7568717" indent="0">
              <a:buNone/>
              <a:defRPr sz="5297">
                <a:solidFill>
                  <a:schemeClr val="tx1">
                    <a:tint val="82000"/>
                  </a:schemeClr>
                </a:solidFill>
              </a:defRPr>
            </a:lvl6pPr>
            <a:lvl7pPr marL="9082461" indent="0">
              <a:buNone/>
              <a:defRPr sz="5297">
                <a:solidFill>
                  <a:schemeClr val="tx1">
                    <a:tint val="82000"/>
                  </a:schemeClr>
                </a:solidFill>
              </a:defRPr>
            </a:lvl7pPr>
            <a:lvl8pPr marL="10596204" indent="0">
              <a:buNone/>
              <a:defRPr sz="5297">
                <a:solidFill>
                  <a:schemeClr val="tx1">
                    <a:tint val="82000"/>
                  </a:schemeClr>
                </a:solidFill>
              </a:defRPr>
            </a:lvl8pPr>
            <a:lvl9pPr marL="12109948" indent="0">
              <a:buNone/>
              <a:defRPr sz="5297">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5422478-6B9D-4CE5-B7D9-42CD2176C297}" type="datetimeFigureOut">
              <a:rPr lang="en-US" smtClean="0"/>
              <a:t>11/1/2025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7ED2365-D582-44CC-BE20-A45CCFEC3ABE}" type="slidenum">
              <a:rPr lang="en-US" smtClean="0"/>
              <a:t>‹#›</a:t>
            </a:fld>
            <a:endParaRPr lang="en-US"/>
          </a:p>
        </p:txBody>
      </p:sp>
    </p:spTree>
    <p:extLst>
      <p:ext uri="{BB962C8B-B14F-4D97-AF65-F5344CB8AC3E}">
        <p14:creationId xmlns:p14="http://schemas.microsoft.com/office/powerpoint/2010/main" val="17587634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081421" y="11394520"/>
            <a:ext cx="12866966" cy="271585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15326826" y="11394520"/>
            <a:ext cx="12866966" cy="271585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D5422478-6B9D-4CE5-B7D9-42CD2176C297}" type="datetimeFigureOut">
              <a:rPr lang="en-US" smtClean="0"/>
              <a:t>11/1/2025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7ED2365-D582-44CC-BE20-A45CCFEC3ABE}" type="slidenum">
              <a:rPr lang="en-US" smtClean="0"/>
              <a:t>‹#›</a:t>
            </a:fld>
            <a:endParaRPr lang="en-US"/>
          </a:p>
        </p:txBody>
      </p:sp>
    </p:spTree>
    <p:extLst>
      <p:ext uri="{BB962C8B-B14F-4D97-AF65-F5344CB8AC3E}">
        <p14:creationId xmlns:p14="http://schemas.microsoft.com/office/powerpoint/2010/main" val="40882789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085364" y="2278913"/>
            <a:ext cx="26112371" cy="8273416"/>
          </a:xfrm>
        </p:spPr>
        <p:txBody>
          <a:bodyPr/>
          <a:lstStyle/>
          <a:p>
            <a:r>
              <a:rPr lang="en-US"/>
              <a:t>Click to edit Master title style</a:t>
            </a:r>
            <a:endParaRPr lang="en-US" dirty="0"/>
          </a:p>
        </p:txBody>
      </p:sp>
      <p:sp>
        <p:nvSpPr>
          <p:cNvPr id="3" name="Text Placeholder 2"/>
          <p:cNvSpPr>
            <a:spLocks noGrp="1"/>
          </p:cNvSpPr>
          <p:nvPr>
            <p:ph type="body" idx="1"/>
          </p:nvPr>
        </p:nvSpPr>
        <p:spPr>
          <a:xfrm>
            <a:off x="2085368" y="10492870"/>
            <a:ext cx="12807832" cy="5142393"/>
          </a:xfrm>
        </p:spPr>
        <p:txBody>
          <a:bodyPr anchor="b"/>
          <a:lstStyle>
            <a:lvl1pPr marL="0" indent="0">
              <a:buNone/>
              <a:defRPr sz="7946" b="1"/>
            </a:lvl1pPr>
            <a:lvl2pPr marL="1513743" indent="0">
              <a:buNone/>
              <a:defRPr sz="6622" b="1"/>
            </a:lvl2pPr>
            <a:lvl3pPr marL="3027487" indent="0">
              <a:buNone/>
              <a:defRPr sz="5960" b="1"/>
            </a:lvl3pPr>
            <a:lvl4pPr marL="4541230" indent="0">
              <a:buNone/>
              <a:defRPr sz="5297" b="1"/>
            </a:lvl4pPr>
            <a:lvl5pPr marL="6054974" indent="0">
              <a:buNone/>
              <a:defRPr sz="5297" b="1"/>
            </a:lvl5pPr>
            <a:lvl6pPr marL="7568717" indent="0">
              <a:buNone/>
              <a:defRPr sz="5297" b="1"/>
            </a:lvl6pPr>
            <a:lvl7pPr marL="9082461" indent="0">
              <a:buNone/>
              <a:defRPr sz="5297" b="1"/>
            </a:lvl7pPr>
            <a:lvl8pPr marL="10596204" indent="0">
              <a:buNone/>
              <a:defRPr sz="5297" b="1"/>
            </a:lvl8pPr>
            <a:lvl9pPr marL="12109948" indent="0">
              <a:buNone/>
              <a:defRPr sz="5297" b="1"/>
            </a:lvl9pPr>
          </a:lstStyle>
          <a:p>
            <a:pPr lvl="0"/>
            <a:r>
              <a:rPr lang="en-US"/>
              <a:t>Click to edit Master text styles</a:t>
            </a:r>
          </a:p>
        </p:txBody>
      </p:sp>
      <p:sp>
        <p:nvSpPr>
          <p:cNvPr id="4" name="Content Placeholder 3"/>
          <p:cNvSpPr>
            <a:spLocks noGrp="1"/>
          </p:cNvSpPr>
          <p:nvPr>
            <p:ph sz="half" idx="2"/>
          </p:nvPr>
        </p:nvSpPr>
        <p:spPr>
          <a:xfrm>
            <a:off x="2085368" y="15635264"/>
            <a:ext cx="12807832" cy="2299711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15326828" y="10492870"/>
            <a:ext cx="12870909" cy="5142393"/>
          </a:xfrm>
        </p:spPr>
        <p:txBody>
          <a:bodyPr anchor="b"/>
          <a:lstStyle>
            <a:lvl1pPr marL="0" indent="0">
              <a:buNone/>
              <a:defRPr sz="7946" b="1"/>
            </a:lvl1pPr>
            <a:lvl2pPr marL="1513743" indent="0">
              <a:buNone/>
              <a:defRPr sz="6622" b="1"/>
            </a:lvl2pPr>
            <a:lvl3pPr marL="3027487" indent="0">
              <a:buNone/>
              <a:defRPr sz="5960" b="1"/>
            </a:lvl3pPr>
            <a:lvl4pPr marL="4541230" indent="0">
              <a:buNone/>
              <a:defRPr sz="5297" b="1"/>
            </a:lvl4pPr>
            <a:lvl5pPr marL="6054974" indent="0">
              <a:buNone/>
              <a:defRPr sz="5297" b="1"/>
            </a:lvl5pPr>
            <a:lvl6pPr marL="7568717" indent="0">
              <a:buNone/>
              <a:defRPr sz="5297" b="1"/>
            </a:lvl6pPr>
            <a:lvl7pPr marL="9082461" indent="0">
              <a:buNone/>
              <a:defRPr sz="5297" b="1"/>
            </a:lvl7pPr>
            <a:lvl8pPr marL="10596204" indent="0">
              <a:buNone/>
              <a:defRPr sz="5297" b="1"/>
            </a:lvl8pPr>
            <a:lvl9pPr marL="12109948" indent="0">
              <a:buNone/>
              <a:defRPr sz="5297" b="1"/>
            </a:lvl9pPr>
          </a:lstStyle>
          <a:p>
            <a:pPr lvl="0"/>
            <a:r>
              <a:rPr lang="en-US"/>
              <a:t>Click to edit Master text styles</a:t>
            </a:r>
          </a:p>
        </p:txBody>
      </p:sp>
      <p:sp>
        <p:nvSpPr>
          <p:cNvPr id="6" name="Content Placeholder 5"/>
          <p:cNvSpPr>
            <a:spLocks noGrp="1"/>
          </p:cNvSpPr>
          <p:nvPr>
            <p:ph sz="quarter" idx="4"/>
          </p:nvPr>
        </p:nvSpPr>
        <p:spPr>
          <a:xfrm>
            <a:off x="15326828" y="15635264"/>
            <a:ext cx="12870909" cy="2299711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5422478-6B9D-4CE5-B7D9-42CD2176C297}" type="datetimeFigureOut">
              <a:rPr lang="en-US" smtClean="0"/>
              <a:t>11/1/2025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7ED2365-D582-44CC-BE20-A45CCFEC3ABE}" type="slidenum">
              <a:rPr lang="en-US" smtClean="0"/>
              <a:t>‹#›</a:t>
            </a:fld>
            <a:endParaRPr lang="en-US"/>
          </a:p>
        </p:txBody>
      </p:sp>
    </p:spTree>
    <p:extLst>
      <p:ext uri="{BB962C8B-B14F-4D97-AF65-F5344CB8AC3E}">
        <p14:creationId xmlns:p14="http://schemas.microsoft.com/office/powerpoint/2010/main" val="19216681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D5422478-6B9D-4CE5-B7D9-42CD2176C297}" type="datetimeFigureOut">
              <a:rPr lang="en-US" smtClean="0"/>
              <a:t>11/1/2025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7ED2365-D582-44CC-BE20-A45CCFEC3ABE}" type="slidenum">
              <a:rPr lang="en-US" smtClean="0"/>
              <a:t>‹#›</a:t>
            </a:fld>
            <a:endParaRPr lang="en-US"/>
          </a:p>
        </p:txBody>
      </p:sp>
    </p:spTree>
    <p:extLst>
      <p:ext uri="{BB962C8B-B14F-4D97-AF65-F5344CB8AC3E}">
        <p14:creationId xmlns:p14="http://schemas.microsoft.com/office/powerpoint/2010/main" val="38747957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5422478-6B9D-4CE5-B7D9-42CD2176C297}" type="datetimeFigureOut">
              <a:rPr lang="en-US" smtClean="0"/>
              <a:t>11/1/2025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7ED2365-D582-44CC-BE20-A45CCFEC3ABE}" type="slidenum">
              <a:rPr lang="en-US" smtClean="0"/>
              <a:t>‹#›</a:t>
            </a:fld>
            <a:endParaRPr lang="en-US"/>
          </a:p>
        </p:txBody>
      </p:sp>
    </p:spTree>
    <p:extLst>
      <p:ext uri="{BB962C8B-B14F-4D97-AF65-F5344CB8AC3E}">
        <p14:creationId xmlns:p14="http://schemas.microsoft.com/office/powerpoint/2010/main" val="13323321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085364" y="2853584"/>
            <a:ext cx="9764544" cy="9987545"/>
          </a:xfrm>
        </p:spPr>
        <p:txBody>
          <a:bodyPr anchor="b"/>
          <a:lstStyle>
            <a:lvl1pPr>
              <a:defRPr sz="10595"/>
            </a:lvl1pPr>
          </a:lstStyle>
          <a:p>
            <a:r>
              <a:rPr lang="en-US"/>
              <a:t>Click to edit Master title style</a:t>
            </a:r>
            <a:endParaRPr lang="en-US" dirty="0"/>
          </a:p>
        </p:txBody>
      </p:sp>
      <p:sp>
        <p:nvSpPr>
          <p:cNvPr id="3" name="Content Placeholder 2"/>
          <p:cNvSpPr>
            <a:spLocks noGrp="1"/>
          </p:cNvSpPr>
          <p:nvPr>
            <p:ph idx="1"/>
          </p:nvPr>
        </p:nvSpPr>
        <p:spPr>
          <a:xfrm>
            <a:off x="12870909" y="6162959"/>
            <a:ext cx="15326827" cy="30418415"/>
          </a:xfrm>
        </p:spPr>
        <p:txBody>
          <a:bodyPr/>
          <a:lstStyle>
            <a:lvl1pPr>
              <a:defRPr sz="10595"/>
            </a:lvl1pPr>
            <a:lvl2pPr>
              <a:defRPr sz="9271"/>
            </a:lvl2pPr>
            <a:lvl3pPr>
              <a:defRPr sz="7946"/>
            </a:lvl3pPr>
            <a:lvl4pPr>
              <a:defRPr sz="6622"/>
            </a:lvl4pPr>
            <a:lvl5pPr>
              <a:defRPr sz="6622"/>
            </a:lvl5pPr>
            <a:lvl6pPr>
              <a:defRPr sz="6622"/>
            </a:lvl6pPr>
            <a:lvl7pPr>
              <a:defRPr sz="6622"/>
            </a:lvl7pPr>
            <a:lvl8pPr>
              <a:defRPr sz="6622"/>
            </a:lvl8pPr>
            <a:lvl9pPr>
              <a:defRPr sz="6622"/>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085364" y="12841129"/>
            <a:ext cx="9764544" cy="23789780"/>
          </a:xfrm>
        </p:spPr>
        <p:txBody>
          <a:bodyPr/>
          <a:lstStyle>
            <a:lvl1pPr marL="0" indent="0">
              <a:buNone/>
              <a:defRPr sz="5297"/>
            </a:lvl1pPr>
            <a:lvl2pPr marL="1513743" indent="0">
              <a:buNone/>
              <a:defRPr sz="4635"/>
            </a:lvl2pPr>
            <a:lvl3pPr marL="3027487" indent="0">
              <a:buNone/>
              <a:defRPr sz="3973"/>
            </a:lvl3pPr>
            <a:lvl4pPr marL="4541230" indent="0">
              <a:buNone/>
              <a:defRPr sz="3311"/>
            </a:lvl4pPr>
            <a:lvl5pPr marL="6054974" indent="0">
              <a:buNone/>
              <a:defRPr sz="3311"/>
            </a:lvl5pPr>
            <a:lvl6pPr marL="7568717" indent="0">
              <a:buNone/>
              <a:defRPr sz="3311"/>
            </a:lvl6pPr>
            <a:lvl7pPr marL="9082461" indent="0">
              <a:buNone/>
              <a:defRPr sz="3311"/>
            </a:lvl7pPr>
            <a:lvl8pPr marL="10596204" indent="0">
              <a:buNone/>
              <a:defRPr sz="3311"/>
            </a:lvl8pPr>
            <a:lvl9pPr marL="12109948" indent="0">
              <a:buNone/>
              <a:defRPr sz="3311"/>
            </a:lvl9pPr>
          </a:lstStyle>
          <a:p>
            <a:pPr lvl="0"/>
            <a:r>
              <a:rPr lang="en-US"/>
              <a:t>Click to edit Master text styles</a:t>
            </a:r>
          </a:p>
        </p:txBody>
      </p:sp>
      <p:sp>
        <p:nvSpPr>
          <p:cNvPr id="5" name="Date Placeholder 4"/>
          <p:cNvSpPr>
            <a:spLocks noGrp="1"/>
          </p:cNvSpPr>
          <p:nvPr>
            <p:ph type="dt" sz="half" idx="10"/>
          </p:nvPr>
        </p:nvSpPr>
        <p:spPr/>
        <p:txBody>
          <a:bodyPr/>
          <a:lstStyle/>
          <a:p>
            <a:fld id="{D5422478-6B9D-4CE5-B7D9-42CD2176C297}" type="datetimeFigureOut">
              <a:rPr lang="en-US" smtClean="0"/>
              <a:t>11/1/2025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7ED2365-D582-44CC-BE20-A45CCFEC3ABE}" type="slidenum">
              <a:rPr lang="en-US" smtClean="0"/>
              <a:t>‹#›</a:t>
            </a:fld>
            <a:endParaRPr lang="en-US"/>
          </a:p>
        </p:txBody>
      </p:sp>
    </p:spTree>
    <p:extLst>
      <p:ext uri="{BB962C8B-B14F-4D97-AF65-F5344CB8AC3E}">
        <p14:creationId xmlns:p14="http://schemas.microsoft.com/office/powerpoint/2010/main" val="3766709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085364" y="2853584"/>
            <a:ext cx="9764544" cy="9987545"/>
          </a:xfrm>
        </p:spPr>
        <p:txBody>
          <a:bodyPr anchor="b"/>
          <a:lstStyle>
            <a:lvl1pPr>
              <a:defRPr sz="10595"/>
            </a:lvl1pPr>
          </a:lstStyle>
          <a:p>
            <a:r>
              <a:rPr lang="en-US"/>
              <a:t>Click to edit Master title style</a:t>
            </a:r>
            <a:endParaRPr lang="en-US" dirty="0"/>
          </a:p>
        </p:txBody>
      </p:sp>
      <p:sp>
        <p:nvSpPr>
          <p:cNvPr id="3" name="Picture Placeholder 2"/>
          <p:cNvSpPr>
            <a:spLocks noGrp="1" noChangeAspect="1"/>
          </p:cNvSpPr>
          <p:nvPr>
            <p:ph type="pic" idx="1"/>
          </p:nvPr>
        </p:nvSpPr>
        <p:spPr>
          <a:xfrm>
            <a:off x="12870909" y="6162959"/>
            <a:ext cx="15326827" cy="30418415"/>
          </a:xfrm>
        </p:spPr>
        <p:txBody>
          <a:bodyPr anchor="t"/>
          <a:lstStyle>
            <a:lvl1pPr marL="0" indent="0">
              <a:buNone/>
              <a:defRPr sz="10595"/>
            </a:lvl1pPr>
            <a:lvl2pPr marL="1513743" indent="0">
              <a:buNone/>
              <a:defRPr sz="9271"/>
            </a:lvl2pPr>
            <a:lvl3pPr marL="3027487" indent="0">
              <a:buNone/>
              <a:defRPr sz="7946"/>
            </a:lvl3pPr>
            <a:lvl4pPr marL="4541230" indent="0">
              <a:buNone/>
              <a:defRPr sz="6622"/>
            </a:lvl4pPr>
            <a:lvl5pPr marL="6054974" indent="0">
              <a:buNone/>
              <a:defRPr sz="6622"/>
            </a:lvl5pPr>
            <a:lvl6pPr marL="7568717" indent="0">
              <a:buNone/>
              <a:defRPr sz="6622"/>
            </a:lvl6pPr>
            <a:lvl7pPr marL="9082461" indent="0">
              <a:buNone/>
              <a:defRPr sz="6622"/>
            </a:lvl7pPr>
            <a:lvl8pPr marL="10596204" indent="0">
              <a:buNone/>
              <a:defRPr sz="6622"/>
            </a:lvl8pPr>
            <a:lvl9pPr marL="12109948" indent="0">
              <a:buNone/>
              <a:defRPr sz="6622"/>
            </a:lvl9pPr>
          </a:lstStyle>
          <a:p>
            <a:r>
              <a:rPr lang="en-US"/>
              <a:t>Click icon to add picture</a:t>
            </a:r>
            <a:endParaRPr lang="en-US" dirty="0"/>
          </a:p>
        </p:txBody>
      </p:sp>
      <p:sp>
        <p:nvSpPr>
          <p:cNvPr id="4" name="Text Placeholder 3"/>
          <p:cNvSpPr>
            <a:spLocks noGrp="1"/>
          </p:cNvSpPr>
          <p:nvPr>
            <p:ph type="body" sz="half" idx="2"/>
          </p:nvPr>
        </p:nvSpPr>
        <p:spPr>
          <a:xfrm>
            <a:off x="2085364" y="12841129"/>
            <a:ext cx="9764544" cy="23789780"/>
          </a:xfrm>
        </p:spPr>
        <p:txBody>
          <a:bodyPr/>
          <a:lstStyle>
            <a:lvl1pPr marL="0" indent="0">
              <a:buNone/>
              <a:defRPr sz="5297"/>
            </a:lvl1pPr>
            <a:lvl2pPr marL="1513743" indent="0">
              <a:buNone/>
              <a:defRPr sz="4635"/>
            </a:lvl2pPr>
            <a:lvl3pPr marL="3027487" indent="0">
              <a:buNone/>
              <a:defRPr sz="3973"/>
            </a:lvl3pPr>
            <a:lvl4pPr marL="4541230" indent="0">
              <a:buNone/>
              <a:defRPr sz="3311"/>
            </a:lvl4pPr>
            <a:lvl5pPr marL="6054974" indent="0">
              <a:buNone/>
              <a:defRPr sz="3311"/>
            </a:lvl5pPr>
            <a:lvl6pPr marL="7568717" indent="0">
              <a:buNone/>
              <a:defRPr sz="3311"/>
            </a:lvl6pPr>
            <a:lvl7pPr marL="9082461" indent="0">
              <a:buNone/>
              <a:defRPr sz="3311"/>
            </a:lvl7pPr>
            <a:lvl8pPr marL="10596204" indent="0">
              <a:buNone/>
              <a:defRPr sz="3311"/>
            </a:lvl8pPr>
            <a:lvl9pPr marL="12109948" indent="0">
              <a:buNone/>
              <a:defRPr sz="3311"/>
            </a:lvl9pPr>
          </a:lstStyle>
          <a:p>
            <a:pPr lvl="0"/>
            <a:r>
              <a:rPr lang="en-US"/>
              <a:t>Click to edit Master text styles</a:t>
            </a:r>
          </a:p>
        </p:txBody>
      </p:sp>
      <p:sp>
        <p:nvSpPr>
          <p:cNvPr id="5" name="Date Placeholder 4"/>
          <p:cNvSpPr>
            <a:spLocks noGrp="1"/>
          </p:cNvSpPr>
          <p:nvPr>
            <p:ph type="dt" sz="half" idx="10"/>
          </p:nvPr>
        </p:nvSpPr>
        <p:spPr/>
        <p:txBody>
          <a:bodyPr/>
          <a:lstStyle/>
          <a:p>
            <a:fld id="{D5422478-6B9D-4CE5-B7D9-42CD2176C297}" type="datetimeFigureOut">
              <a:rPr lang="en-US" smtClean="0"/>
              <a:t>11/1/2025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7ED2365-D582-44CC-BE20-A45CCFEC3ABE}" type="slidenum">
              <a:rPr lang="en-US" smtClean="0"/>
              <a:t>‹#›</a:t>
            </a:fld>
            <a:endParaRPr lang="en-US"/>
          </a:p>
        </p:txBody>
      </p:sp>
    </p:spTree>
    <p:extLst>
      <p:ext uri="{BB962C8B-B14F-4D97-AF65-F5344CB8AC3E}">
        <p14:creationId xmlns:p14="http://schemas.microsoft.com/office/powerpoint/2010/main" val="16067951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5422478-6B9D-4CE5-B7D9-42CD2176C297}" type="datetimeFigureOut">
              <a:rPr lang="en-US" smtClean="0"/>
              <a:t>11/1/2025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7ED2365-D582-44CC-BE20-A45CCFEC3ABE}" type="slidenum">
              <a:rPr lang="en-US" smtClean="0"/>
              <a:t>‹#›</a:t>
            </a:fld>
            <a:endParaRPr lang="en-US"/>
          </a:p>
        </p:txBody>
      </p:sp>
    </p:spTree>
    <p:extLst>
      <p:ext uri="{BB962C8B-B14F-4D97-AF65-F5344CB8AC3E}">
        <p14:creationId xmlns:p14="http://schemas.microsoft.com/office/powerpoint/2010/main" val="17712089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21665701" y="2278904"/>
            <a:ext cx="6528093" cy="3627421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2081423" y="2278904"/>
            <a:ext cx="19205838" cy="3627421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5422478-6B9D-4CE5-B7D9-42CD2176C297}" type="datetimeFigureOut">
              <a:rPr lang="en-US" smtClean="0"/>
              <a:t>11/1/2025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7ED2365-D582-44CC-BE20-A45CCFEC3ABE}" type="slidenum">
              <a:rPr lang="en-US" smtClean="0"/>
              <a:t>‹#›</a:t>
            </a:fld>
            <a:endParaRPr lang="en-US"/>
          </a:p>
        </p:txBody>
      </p:sp>
    </p:spTree>
    <p:extLst>
      <p:ext uri="{BB962C8B-B14F-4D97-AF65-F5344CB8AC3E}">
        <p14:creationId xmlns:p14="http://schemas.microsoft.com/office/powerpoint/2010/main" val="21690096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081421" y="2278913"/>
            <a:ext cx="26112371" cy="8273416"/>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2081421" y="11394520"/>
            <a:ext cx="26112371" cy="2715859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2081421" y="39672756"/>
            <a:ext cx="6811923" cy="2278904"/>
          </a:xfrm>
          <a:prstGeom prst="rect">
            <a:avLst/>
          </a:prstGeom>
        </p:spPr>
        <p:txBody>
          <a:bodyPr vert="horz" lIns="91440" tIns="45720" rIns="91440" bIns="45720" rtlCol="0" anchor="ctr"/>
          <a:lstStyle>
            <a:lvl1pPr algn="l">
              <a:defRPr sz="3973">
                <a:solidFill>
                  <a:schemeClr val="tx1">
                    <a:tint val="82000"/>
                  </a:schemeClr>
                </a:solidFill>
              </a:defRPr>
            </a:lvl1pPr>
          </a:lstStyle>
          <a:p>
            <a:fld id="{D5422478-6B9D-4CE5-B7D9-42CD2176C297}" type="datetimeFigureOut">
              <a:rPr lang="en-US" smtClean="0"/>
              <a:t>11/1/2025</a:t>
            </a:fld>
            <a:endParaRPr lang="en-US"/>
          </a:p>
        </p:txBody>
      </p:sp>
      <p:sp>
        <p:nvSpPr>
          <p:cNvPr id="5" name="Footer Placeholder 4"/>
          <p:cNvSpPr>
            <a:spLocks noGrp="1"/>
          </p:cNvSpPr>
          <p:nvPr>
            <p:ph type="ftr" sz="quarter" idx="3"/>
          </p:nvPr>
        </p:nvSpPr>
        <p:spPr>
          <a:xfrm>
            <a:off x="10028665" y="39672756"/>
            <a:ext cx="10217884" cy="2278904"/>
          </a:xfrm>
          <a:prstGeom prst="rect">
            <a:avLst/>
          </a:prstGeom>
        </p:spPr>
        <p:txBody>
          <a:bodyPr vert="horz" lIns="91440" tIns="45720" rIns="91440" bIns="45720" rtlCol="0" anchor="ctr"/>
          <a:lstStyle>
            <a:lvl1pPr algn="ctr">
              <a:defRPr sz="3973">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21381869" y="39672756"/>
            <a:ext cx="6811923" cy="2278904"/>
          </a:xfrm>
          <a:prstGeom prst="rect">
            <a:avLst/>
          </a:prstGeom>
        </p:spPr>
        <p:txBody>
          <a:bodyPr vert="horz" lIns="91440" tIns="45720" rIns="91440" bIns="45720" rtlCol="0" anchor="ctr"/>
          <a:lstStyle>
            <a:lvl1pPr algn="r">
              <a:defRPr sz="3973">
                <a:solidFill>
                  <a:schemeClr val="tx1">
                    <a:tint val="82000"/>
                  </a:schemeClr>
                </a:solidFill>
              </a:defRPr>
            </a:lvl1pPr>
          </a:lstStyle>
          <a:p>
            <a:fld id="{17ED2365-D582-44CC-BE20-A45CCFEC3ABE}" type="slidenum">
              <a:rPr lang="en-US" smtClean="0"/>
              <a:t>‹#›</a:t>
            </a:fld>
            <a:endParaRPr lang="en-US"/>
          </a:p>
        </p:txBody>
      </p:sp>
    </p:spTree>
    <p:extLst>
      <p:ext uri="{BB962C8B-B14F-4D97-AF65-F5344CB8AC3E}">
        <p14:creationId xmlns:p14="http://schemas.microsoft.com/office/powerpoint/2010/main" val="99680268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3027487" rtl="0" eaLnBrk="1" latinLnBrk="0" hangingPunct="1">
        <a:lnSpc>
          <a:spcPct val="90000"/>
        </a:lnSpc>
        <a:spcBef>
          <a:spcPct val="0"/>
        </a:spcBef>
        <a:buNone/>
        <a:defRPr sz="14568" kern="1200">
          <a:solidFill>
            <a:schemeClr val="tx1"/>
          </a:solidFill>
          <a:latin typeface="+mj-lt"/>
          <a:ea typeface="+mj-ea"/>
          <a:cs typeface="+mj-cs"/>
        </a:defRPr>
      </a:lvl1pPr>
    </p:titleStyle>
    <p:bodyStyle>
      <a:lvl1pPr marL="756872" indent="-756872" algn="l" defTabSz="3027487" rtl="0" eaLnBrk="1" latinLnBrk="0" hangingPunct="1">
        <a:lnSpc>
          <a:spcPct val="90000"/>
        </a:lnSpc>
        <a:spcBef>
          <a:spcPts val="3311"/>
        </a:spcBef>
        <a:buFont typeface="Arial" panose="020B0604020202020204" pitchFamily="34" charset="0"/>
        <a:buChar char="•"/>
        <a:defRPr sz="9271" kern="1200">
          <a:solidFill>
            <a:schemeClr val="tx1"/>
          </a:solidFill>
          <a:latin typeface="+mn-lt"/>
          <a:ea typeface="+mn-ea"/>
          <a:cs typeface="+mn-cs"/>
        </a:defRPr>
      </a:lvl1pPr>
      <a:lvl2pPr marL="2270615" indent="-756872" algn="l" defTabSz="3027487" rtl="0" eaLnBrk="1" latinLnBrk="0" hangingPunct="1">
        <a:lnSpc>
          <a:spcPct val="90000"/>
        </a:lnSpc>
        <a:spcBef>
          <a:spcPts val="1655"/>
        </a:spcBef>
        <a:buFont typeface="Arial" panose="020B0604020202020204" pitchFamily="34" charset="0"/>
        <a:buChar char="•"/>
        <a:defRPr sz="7946" kern="1200">
          <a:solidFill>
            <a:schemeClr val="tx1"/>
          </a:solidFill>
          <a:latin typeface="+mn-lt"/>
          <a:ea typeface="+mn-ea"/>
          <a:cs typeface="+mn-cs"/>
        </a:defRPr>
      </a:lvl2pPr>
      <a:lvl3pPr marL="3784359" indent="-756872" algn="l" defTabSz="3027487" rtl="0" eaLnBrk="1" latinLnBrk="0" hangingPunct="1">
        <a:lnSpc>
          <a:spcPct val="90000"/>
        </a:lnSpc>
        <a:spcBef>
          <a:spcPts val="1655"/>
        </a:spcBef>
        <a:buFont typeface="Arial" panose="020B0604020202020204" pitchFamily="34" charset="0"/>
        <a:buChar char="•"/>
        <a:defRPr sz="6622" kern="1200">
          <a:solidFill>
            <a:schemeClr val="tx1"/>
          </a:solidFill>
          <a:latin typeface="+mn-lt"/>
          <a:ea typeface="+mn-ea"/>
          <a:cs typeface="+mn-cs"/>
        </a:defRPr>
      </a:lvl3pPr>
      <a:lvl4pPr marL="5298102"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4pPr>
      <a:lvl5pPr marL="6811846"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5pPr>
      <a:lvl6pPr marL="8325589"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6pPr>
      <a:lvl7pPr marL="9839333"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7pPr>
      <a:lvl8pPr marL="11353076"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8pPr>
      <a:lvl9pPr marL="12866820"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9pPr>
    </p:bodyStyle>
    <p:otherStyle>
      <a:defPPr>
        <a:defRPr lang="en-US"/>
      </a:defPPr>
      <a:lvl1pPr marL="0" algn="l" defTabSz="3027487" rtl="0" eaLnBrk="1" latinLnBrk="0" hangingPunct="1">
        <a:defRPr sz="5960" kern="1200">
          <a:solidFill>
            <a:schemeClr val="tx1"/>
          </a:solidFill>
          <a:latin typeface="+mn-lt"/>
          <a:ea typeface="+mn-ea"/>
          <a:cs typeface="+mn-cs"/>
        </a:defRPr>
      </a:lvl1pPr>
      <a:lvl2pPr marL="1513743" algn="l" defTabSz="3027487" rtl="0" eaLnBrk="1" latinLnBrk="0" hangingPunct="1">
        <a:defRPr sz="5960" kern="1200">
          <a:solidFill>
            <a:schemeClr val="tx1"/>
          </a:solidFill>
          <a:latin typeface="+mn-lt"/>
          <a:ea typeface="+mn-ea"/>
          <a:cs typeface="+mn-cs"/>
        </a:defRPr>
      </a:lvl2pPr>
      <a:lvl3pPr marL="3027487" algn="l" defTabSz="3027487" rtl="0" eaLnBrk="1" latinLnBrk="0" hangingPunct="1">
        <a:defRPr sz="5960" kern="1200">
          <a:solidFill>
            <a:schemeClr val="tx1"/>
          </a:solidFill>
          <a:latin typeface="+mn-lt"/>
          <a:ea typeface="+mn-ea"/>
          <a:cs typeface="+mn-cs"/>
        </a:defRPr>
      </a:lvl3pPr>
      <a:lvl4pPr marL="4541230" algn="l" defTabSz="3027487" rtl="0" eaLnBrk="1" latinLnBrk="0" hangingPunct="1">
        <a:defRPr sz="5960" kern="1200">
          <a:solidFill>
            <a:schemeClr val="tx1"/>
          </a:solidFill>
          <a:latin typeface="+mn-lt"/>
          <a:ea typeface="+mn-ea"/>
          <a:cs typeface="+mn-cs"/>
        </a:defRPr>
      </a:lvl4pPr>
      <a:lvl5pPr marL="6054974" algn="l" defTabSz="3027487" rtl="0" eaLnBrk="1" latinLnBrk="0" hangingPunct="1">
        <a:defRPr sz="5960" kern="1200">
          <a:solidFill>
            <a:schemeClr val="tx1"/>
          </a:solidFill>
          <a:latin typeface="+mn-lt"/>
          <a:ea typeface="+mn-ea"/>
          <a:cs typeface="+mn-cs"/>
        </a:defRPr>
      </a:lvl5pPr>
      <a:lvl6pPr marL="7568717" algn="l" defTabSz="3027487" rtl="0" eaLnBrk="1" latinLnBrk="0" hangingPunct="1">
        <a:defRPr sz="5960" kern="1200">
          <a:solidFill>
            <a:schemeClr val="tx1"/>
          </a:solidFill>
          <a:latin typeface="+mn-lt"/>
          <a:ea typeface="+mn-ea"/>
          <a:cs typeface="+mn-cs"/>
        </a:defRPr>
      </a:lvl6pPr>
      <a:lvl7pPr marL="9082461" algn="l" defTabSz="3027487" rtl="0" eaLnBrk="1" latinLnBrk="0" hangingPunct="1">
        <a:defRPr sz="5960" kern="1200">
          <a:solidFill>
            <a:schemeClr val="tx1"/>
          </a:solidFill>
          <a:latin typeface="+mn-lt"/>
          <a:ea typeface="+mn-ea"/>
          <a:cs typeface="+mn-cs"/>
        </a:defRPr>
      </a:lvl7pPr>
      <a:lvl8pPr marL="10596204" algn="l" defTabSz="3027487" rtl="0" eaLnBrk="1" latinLnBrk="0" hangingPunct="1">
        <a:defRPr sz="5960" kern="1200">
          <a:solidFill>
            <a:schemeClr val="tx1"/>
          </a:solidFill>
          <a:latin typeface="+mn-lt"/>
          <a:ea typeface="+mn-ea"/>
          <a:cs typeface="+mn-cs"/>
        </a:defRPr>
      </a:lvl8pPr>
      <a:lvl9pPr marL="12109948" algn="l" defTabSz="3027487" rtl="0" eaLnBrk="1" latinLnBrk="0" hangingPunct="1">
        <a:defRPr sz="596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microsoft.com/office/2007/relationships/hdphoto" Target="../media/hdphoto1.wdp"/><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8.png"/><Relationship Id="rId4" Type="http://schemas.openxmlformats.org/officeDocument/2006/relationships/image" Target="../media/image3.png"/><Relationship Id="rId9"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 name="Rectangle 80"/>
          <p:cNvSpPr/>
          <p:nvPr/>
        </p:nvSpPr>
        <p:spPr>
          <a:xfrm>
            <a:off x="1177274" y="29577773"/>
            <a:ext cx="19549476" cy="12437735"/>
          </a:xfrm>
          <a:prstGeom prst="rect">
            <a:avLst/>
          </a:prstGeom>
          <a:solidFill>
            <a:schemeClr val="bg1"/>
          </a:solidFill>
          <a:ln w="28575">
            <a:solidFill>
              <a:srgbClr val="0F13C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Rectangle 75"/>
          <p:cNvSpPr/>
          <p:nvPr/>
        </p:nvSpPr>
        <p:spPr>
          <a:xfrm>
            <a:off x="9666080" y="15637437"/>
            <a:ext cx="19443633" cy="5379019"/>
          </a:xfrm>
          <a:prstGeom prst="rect">
            <a:avLst/>
          </a:prstGeom>
          <a:solidFill>
            <a:schemeClr val="bg1"/>
          </a:solidFill>
          <a:ln w="28575">
            <a:solidFill>
              <a:srgbClr val="0F13C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Rectangle 45"/>
          <p:cNvSpPr/>
          <p:nvPr/>
        </p:nvSpPr>
        <p:spPr>
          <a:xfrm>
            <a:off x="18079128" y="22169654"/>
            <a:ext cx="11030584" cy="6715578"/>
          </a:xfrm>
          <a:prstGeom prst="rect">
            <a:avLst/>
          </a:prstGeom>
          <a:solidFill>
            <a:schemeClr val="bg1"/>
          </a:solidFill>
          <a:ln w="28575">
            <a:solidFill>
              <a:srgbClr val="0F13C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p:cNvSpPr/>
          <p:nvPr/>
        </p:nvSpPr>
        <p:spPr>
          <a:xfrm>
            <a:off x="1178602" y="9832513"/>
            <a:ext cx="27931111" cy="4984195"/>
          </a:xfrm>
          <a:prstGeom prst="rect">
            <a:avLst/>
          </a:prstGeom>
          <a:solidFill>
            <a:schemeClr val="bg1"/>
          </a:solidFill>
          <a:ln w="28575">
            <a:solidFill>
              <a:srgbClr val="0F13C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4" name="Group 13">
            <a:extLst>
              <a:ext uri="{FF2B5EF4-FFF2-40B4-BE49-F238E27FC236}">
                <a16:creationId xmlns:a16="http://schemas.microsoft.com/office/drawing/2014/main" id="{8E6F36F6-8F9C-F256-A859-B06EB6B456FE}"/>
              </a:ext>
            </a:extLst>
          </p:cNvPr>
          <p:cNvGrpSpPr/>
          <p:nvPr/>
        </p:nvGrpSpPr>
        <p:grpSpPr>
          <a:xfrm>
            <a:off x="1326141" y="506634"/>
            <a:ext cx="28584205" cy="4420156"/>
            <a:chOff x="1453983" y="932057"/>
            <a:chExt cx="28584205" cy="4420156"/>
          </a:xfrm>
        </p:grpSpPr>
        <p:sp>
          <p:nvSpPr>
            <p:cNvPr id="13" name="TextBox 12">
              <a:extLst>
                <a:ext uri="{FF2B5EF4-FFF2-40B4-BE49-F238E27FC236}">
                  <a16:creationId xmlns:a16="http://schemas.microsoft.com/office/drawing/2014/main" id="{BECF874A-8AF7-DE4F-4392-8C8E7CA3D39E}"/>
                </a:ext>
              </a:extLst>
            </p:cNvPr>
            <p:cNvSpPr txBox="1"/>
            <p:nvPr/>
          </p:nvSpPr>
          <p:spPr>
            <a:xfrm>
              <a:off x="17902914" y="932057"/>
              <a:ext cx="11813084" cy="1446550"/>
            </a:xfrm>
            <a:prstGeom prst="rect">
              <a:avLst/>
            </a:prstGeom>
            <a:noFill/>
          </p:spPr>
          <p:txBody>
            <a:bodyPr wrap="square" rtlCol="0">
              <a:spAutoFit/>
            </a:bodyPr>
            <a:lstStyle/>
            <a:p>
              <a:pPr algn="r">
                <a:lnSpc>
                  <a:spcPct val="110000"/>
                </a:lnSpc>
              </a:pPr>
              <a:r>
                <a:rPr lang="en-US" sz="4000" b="1" i="0" dirty="0">
                  <a:solidFill>
                    <a:schemeClr val="bg1"/>
                  </a:solidFill>
                  <a:effectLst/>
                  <a:latin typeface="Montserrat" panose="00000500000000000000" pitchFamily="2" charset="0"/>
                </a:rPr>
                <a:t>THE 1</a:t>
              </a:r>
              <a:r>
                <a:rPr lang="en-US" sz="4000" b="1" i="0" baseline="30000" dirty="0">
                  <a:solidFill>
                    <a:schemeClr val="bg1"/>
                  </a:solidFill>
                  <a:effectLst/>
                  <a:latin typeface="Montserrat" panose="00000500000000000000" pitchFamily="2" charset="0"/>
                </a:rPr>
                <a:t>st</a:t>
              </a:r>
              <a:r>
                <a:rPr lang="en-US" sz="4000" b="1" i="0" dirty="0">
                  <a:solidFill>
                    <a:schemeClr val="bg1"/>
                  </a:solidFill>
                  <a:effectLst/>
                  <a:latin typeface="Montserrat" panose="00000500000000000000" pitchFamily="2" charset="0"/>
                </a:rPr>
                <a:t> THEMATIC WORKSHOP ON </a:t>
              </a:r>
              <a:r>
                <a:rPr lang="en-US" sz="4000" b="1" dirty="0">
                  <a:solidFill>
                    <a:schemeClr val="bg1"/>
                  </a:solidFill>
                  <a:latin typeface="Montserrat" panose="00000500000000000000" pitchFamily="2" charset="0"/>
                </a:rPr>
                <a:t>IOT SOLUTION FOR SMART CITIES</a:t>
              </a:r>
              <a:endParaRPr lang="en-US" sz="4000" dirty="0">
                <a:solidFill>
                  <a:schemeClr val="bg1"/>
                </a:solidFill>
              </a:endParaRPr>
            </a:p>
          </p:txBody>
        </p:sp>
        <p:sp>
          <p:nvSpPr>
            <p:cNvPr id="15" name="TextBox 14">
              <a:extLst>
                <a:ext uri="{FF2B5EF4-FFF2-40B4-BE49-F238E27FC236}">
                  <a16:creationId xmlns:a16="http://schemas.microsoft.com/office/drawing/2014/main" id="{B355F572-D84C-4D30-E61A-BF95931FF48D}"/>
                </a:ext>
              </a:extLst>
            </p:cNvPr>
            <p:cNvSpPr txBox="1"/>
            <p:nvPr/>
          </p:nvSpPr>
          <p:spPr>
            <a:xfrm>
              <a:off x="1453983" y="3526323"/>
              <a:ext cx="6603090" cy="584775"/>
            </a:xfrm>
            <a:prstGeom prst="rect">
              <a:avLst/>
            </a:prstGeom>
            <a:noFill/>
          </p:spPr>
          <p:txBody>
            <a:bodyPr wrap="none" rtlCol="0">
              <a:spAutoFit/>
            </a:bodyPr>
            <a:lstStyle/>
            <a:p>
              <a:pPr algn="r"/>
              <a:r>
                <a:rPr kumimoji="1" lang="en-US" altLang="ko-KR" sz="3200" b="1" dirty="0">
                  <a:solidFill>
                    <a:schemeClr val="bg1"/>
                  </a:solidFill>
                  <a:latin typeface="Lato Black" panose="020F0A02020204030203" pitchFamily="34" charset="0"/>
                  <a:ea typeface="굴림" pitchFamily="34" charset="-127"/>
                  <a:cs typeface="Lato Black" panose="020F0A02020204030203" pitchFamily="34" charset="0"/>
                </a:rPr>
                <a:t>Ha </a:t>
              </a:r>
              <a:r>
                <a:rPr kumimoji="1" lang="en-US" altLang="ko-KR" sz="3200" b="1" dirty="0" err="1">
                  <a:solidFill>
                    <a:schemeClr val="bg1"/>
                  </a:solidFill>
                  <a:latin typeface="Lato Black" panose="020F0A02020204030203" pitchFamily="34" charset="0"/>
                  <a:ea typeface="굴림" pitchFamily="34" charset="-127"/>
                  <a:cs typeface="Lato Black" panose="020F0A02020204030203" pitchFamily="34" charset="0"/>
                </a:rPr>
                <a:t>Noi</a:t>
              </a:r>
              <a:r>
                <a:rPr kumimoji="1" lang="en-US" altLang="ko-KR" sz="3200" b="1" dirty="0">
                  <a:solidFill>
                    <a:schemeClr val="bg1"/>
                  </a:solidFill>
                  <a:latin typeface="Lato Black" panose="020F0A02020204030203" pitchFamily="34" charset="0"/>
                  <a:ea typeface="굴림" pitchFamily="34" charset="-127"/>
                  <a:cs typeface="Lato Black" panose="020F0A02020204030203" pitchFamily="34" charset="0"/>
                </a:rPr>
                <a:t>, </a:t>
              </a:r>
              <a:r>
                <a:rPr kumimoji="1" lang="en-US" altLang="ko-KR" sz="3200" b="1" dirty="0">
                  <a:solidFill>
                    <a:schemeClr val="bg1"/>
                  </a:solidFill>
                  <a:latin typeface="Montserrat" panose="020B0604020202020204" charset="0"/>
                  <a:ea typeface="굴림" pitchFamily="34" charset="-127"/>
                  <a:cs typeface="Lato Black" panose="020F0A02020204030203" pitchFamily="34" charset="0"/>
                </a:rPr>
                <a:t>Vietnam</a:t>
              </a:r>
              <a:r>
                <a:rPr kumimoji="1" lang="en-US" altLang="ko-KR" sz="3200" b="1" dirty="0">
                  <a:solidFill>
                    <a:schemeClr val="bg1"/>
                  </a:solidFill>
                  <a:latin typeface="Lato Black" panose="020F0A02020204030203" pitchFamily="34" charset="0"/>
                  <a:ea typeface="굴림" pitchFamily="34" charset="-127"/>
                  <a:cs typeface="Lato Black" panose="020F0A02020204030203" pitchFamily="34" charset="0"/>
                </a:rPr>
                <a:t>, March 12, 2025</a:t>
              </a:r>
            </a:p>
          </p:txBody>
        </p:sp>
        <p:sp>
          <p:nvSpPr>
            <p:cNvPr id="17" name="Flowchart: Process 16">
              <a:extLst>
                <a:ext uri="{FF2B5EF4-FFF2-40B4-BE49-F238E27FC236}">
                  <a16:creationId xmlns:a16="http://schemas.microsoft.com/office/drawing/2014/main" id="{90C33252-30D3-595B-EFF4-74D585A00F8D}"/>
                </a:ext>
              </a:extLst>
            </p:cNvPr>
            <p:cNvSpPr/>
            <p:nvPr/>
          </p:nvSpPr>
          <p:spPr>
            <a:xfrm>
              <a:off x="23745494" y="4167663"/>
              <a:ext cx="6292694" cy="1184550"/>
            </a:xfrm>
            <a:custGeom>
              <a:avLst/>
              <a:gdLst>
                <a:gd name="connsiteX0" fmla="*/ 0 w 10000"/>
                <a:gd name="connsiteY0" fmla="*/ 0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0 h 10000"/>
                <a:gd name="connsiteX0" fmla="*/ 3065 w 13065"/>
                <a:gd name="connsiteY0" fmla="*/ 0 h 10123"/>
                <a:gd name="connsiteX1" fmla="*/ 13065 w 13065"/>
                <a:gd name="connsiteY1" fmla="*/ 0 h 10123"/>
                <a:gd name="connsiteX2" fmla="*/ 13065 w 13065"/>
                <a:gd name="connsiteY2" fmla="*/ 10000 h 10123"/>
                <a:gd name="connsiteX3" fmla="*/ 0 w 13065"/>
                <a:gd name="connsiteY3" fmla="*/ 10123 h 10123"/>
                <a:gd name="connsiteX4" fmla="*/ 3065 w 13065"/>
                <a:gd name="connsiteY4" fmla="*/ 0 h 10123"/>
                <a:gd name="connsiteX0" fmla="*/ 1733 w 11733"/>
                <a:gd name="connsiteY0" fmla="*/ 0 h 10017"/>
                <a:gd name="connsiteX1" fmla="*/ 11733 w 11733"/>
                <a:gd name="connsiteY1" fmla="*/ 0 h 10017"/>
                <a:gd name="connsiteX2" fmla="*/ 11733 w 11733"/>
                <a:gd name="connsiteY2" fmla="*/ 10000 h 10017"/>
                <a:gd name="connsiteX3" fmla="*/ 0 w 11733"/>
                <a:gd name="connsiteY3" fmla="*/ 10017 h 10017"/>
                <a:gd name="connsiteX4" fmla="*/ 1733 w 11733"/>
                <a:gd name="connsiteY4" fmla="*/ 0 h 100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733" h="10017">
                  <a:moveTo>
                    <a:pt x="1733" y="0"/>
                  </a:moveTo>
                  <a:lnTo>
                    <a:pt x="11733" y="0"/>
                  </a:lnTo>
                  <a:lnTo>
                    <a:pt x="11733" y="10000"/>
                  </a:lnTo>
                  <a:lnTo>
                    <a:pt x="0" y="10017"/>
                  </a:lnTo>
                  <a:lnTo>
                    <a:pt x="1733" y="0"/>
                  </a:lnTo>
                  <a:close/>
                </a:path>
              </a:pathLst>
            </a:cu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rgbClr val="FF0000"/>
                </a:solidFill>
                <a:highlight>
                  <a:srgbClr val="FFFF00"/>
                </a:highlight>
              </a:endParaRPr>
            </a:p>
          </p:txBody>
        </p:sp>
        <p:sp>
          <p:nvSpPr>
            <p:cNvPr id="18" name="TextBox 17">
              <a:extLst>
                <a:ext uri="{FF2B5EF4-FFF2-40B4-BE49-F238E27FC236}">
                  <a16:creationId xmlns:a16="http://schemas.microsoft.com/office/drawing/2014/main" id="{EDE92F2B-AAF4-50D9-C996-FB9ED0068730}"/>
                </a:ext>
              </a:extLst>
            </p:cNvPr>
            <p:cNvSpPr txBox="1"/>
            <p:nvPr/>
          </p:nvSpPr>
          <p:spPr>
            <a:xfrm>
              <a:off x="24627602" y="4376854"/>
              <a:ext cx="5218441" cy="615553"/>
            </a:xfrm>
            <a:prstGeom prst="rect">
              <a:avLst/>
            </a:prstGeom>
            <a:noFill/>
          </p:spPr>
          <p:txBody>
            <a:bodyPr wrap="square" rtlCol="0">
              <a:spAutoFit/>
            </a:bodyPr>
            <a:lstStyle/>
            <a:p>
              <a:pPr algn="r"/>
              <a:r>
                <a:rPr lang="en-US" sz="3400" b="1" dirty="0">
                  <a:solidFill>
                    <a:schemeClr val="bg1"/>
                  </a:solidFill>
                  <a:latin typeface="Lato Black" panose="020F0A02020204030203" pitchFamily="34" charset="0"/>
                  <a:cs typeface="Lato Black" panose="020F0A02020204030203" pitchFamily="34" charset="0"/>
                </a:rPr>
                <a:t>POSTER CODE: </a:t>
              </a:r>
              <a:r>
                <a:rPr lang="en-US" sz="3400" b="1" dirty="0" smtClean="0">
                  <a:solidFill>
                    <a:schemeClr val="bg1"/>
                  </a:solidFill>
                  <a:latin typeface="Lato Black" panose="020F0A02020204030203" pitchFamily="34" charset="0"/>
                  <a:cs typeface="Lato Black" panose="020F0A02020204030203" pitchFamily="34" charset="0"/>
                </a:rPr>
                <a:t>SC00x</a:t>
              </a:r>
              <a:endParaRPr lang="en-US" sz="3400" b="1" dirty="0">
                <a:solidFill>
                  <a:schemeClr val="bg1"/>
                </a:solidFill>
                <a:latin typeface="Lato Black" panose="020F0A02020204030203" pitchFamily="34" charset="0"/>
                <a:cs typeface="Lato Black" panose="020F0A02020204030203" pitchFamily="34" charset="0"/>
              </a:endParaRPr>
            </a:p>
          </p:txBody>
        </p:sp>
      </p:grpSp>
      <p:sp>
        <p:nvSpPr>
          <p:cNvPr id="24" name="Text Box 4">
            <a:extLst>
              <a:ext uri="{FF2B5EF4-FFF2-40B4-BE49-F238E27FC236}">
                <a16:creationId xmlns:a16="http://schemas.microsoft.com/office/drawing/2014/main" id="{C0816B45-8224-14E0-81F9-10F2B4D756C8}"/>
              </a:ext>
            </a:extLst>
          </p:cNvPr>
          <p:cNvSpPr txBox="1">
            <a:spLocks noChangeArrowheads="1"/>
          </p:cNvSpPr>
          <p:nvPr/>
        </p:nvSpPr>
        <p:spPr bwMode="auto">
          <a:xfrm>
            <a:off x="1283239" y="5149803"/>
            <a:ext cx="28011947" cy="41747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279174" tIns="139589" rIns="279174" bIns="139589">
            <a:spAutoFit/>
          </a:bodyPr>
          <a:lstStyle>
            <a:lvl1pPr defTabSz="3906838">
              <a:spcBef>
                <a:spcPct val="20000"/>
              </a:spcBef>
              <a:buChar char="•"/>
              <a:defRPr sz="13900">
                <a:solidFill>
                  <a:schemeClr val="tx1"/>
                </a:solidFill>
                <a:latin typeface="Arial" panose="020B0604020202020204" pitchFamily="34" charset="0"/>
              </a:defRPr>
            </a:lvl1pPr>
            <a:lvl2pPr marL="3032125" indent="-1166813" defTabSz="3906838">
              <a:spcBef>
                <a:spcPct val="20000"/>
              </a:spcBef>
              <a:buChar char="–"/>
              <a:defRPr sz="11800">
                <a:solidFill>
                  <a:schemeClr val="tx1"/>
                </a:solidFill>
                <a:latin typeface="Arial" panose="020B0604020202020204" pitchFamily="34" charset="0"/>
              </a:defRPr>
            </a:lvl2pPr>
            <a:lvl3pPr marL="4664075" indent="-933450" defTabSz="3906838">
              <a:spcBef>
                <a:spcPct val="20000"/>
              </a:spcBef>
              <a:buChar char="•"/>
              <a:defRPr sz="10200">
                <a:solidFill>
                  <a:schemeClr val="tx1"/>
                </a:solidFill>
                <a:latin typeface="Arial" panose="020B0604020202020204" pitchFamily="34" charset="0"/>
              </a:defRPr>
            </a:lvl3pPr>
            <a:lvl4pPr marL="6529388" indent="-931863" defTabSz="3906838">
              <a:spcBef>
                <a:spcPct val="20000"/>
              </a:spcBef>
              <a:buChar char="–"/>
              <a:defRPr sz="8600">
                <a:solidFill>
                  <a:schemeClr val="tx1"/>
                </a:solidFill>
                <a:latin typeface="Arial" panose="020B0604020202020204" pitchFamily="34" charset="0"/>
              </a:defRPr>
            </a:lvl4pPr>
            <a:lvl5pPr marL="8394700" indent="-931863" defTabSz="3906838">
              <a:spcBef>
                <a:spcPct val="20000"/>
              </a:spcBef>
              <a:buChar char="»"/>
              <a:defRPr sz="8600">
                <a:solidFill>
                  <a:schemeClr val="tx1"/>
                </a:solidFill>
                <a:latin typeface="Arial" panose="020B0604020202020204" pitchFamily="34" charset="0"/>
              </a:defRPr>
            </a:lvl5pPr>
            <a:lvl6pPr marL="8851900" indent="-931863" defTabSz="3906838" eaLnBrk="0" fontAlgn="base" hangingPunct="0">
              <a:spcBef>
                <a:spcPct val="20000"/>
              </a:spcBef>
              <a:spcAft>
                <a:spcPct val="0"/>
              </a:spcAft>
              <a:buChar char="»"/>
              <a:defRPr sz="8600">
                <a:solidFill>
                  <a:schemeClr val="tx1"/>
                </a:solidFill>
                <a:latin typeface="Arial" panose="020B0604020202020204" pitchFamily="34" charset="0"/>
              </a:defRPr>
            </a:lvl6pPr>
            <a:lvl7pPr marL="9309100" indent="-931863" defTabSz="3906838" eaLnBrk="0" fontAlgn="base" hangingPunct="0">
              <a:spcBef>
                <a:spcPct val="20000"/>
              </a:spcBef>
              <a:spcAft>
                <a:spcPct val="0"/>
              </a:spcAft>
              <a:buChar char="»"/>
              <a:defRPr sz="8600">
                <a:solidFill>
                  <a:schemeClr val="tx1"/>
                </a:solidFill>
                <a:latin typeface="Arial" panose="020B0604020202020204" pitchFamily="34" charset="0"/>
              </a:defRPr>
            </a:lvl7pPr>
            <a:lvl8pPr marL="9766300" indent="-931863" defTabSz="3906838" eaLnBrk="0" fontAlgn="base" hangingPunct="0">
              <a:spcBef>
                <a:spcPct val="20000"/>
              </a:spcBef>
              <a:spcAft>
                <a:spcPct val="0"/>
              </a:spcAft>
              <a:buChar char="»"/>
              <a:defRPr sz="8600">
                <a:solidFill>
                  <a:schemeClr val="tx1"/>
                </a:solidFill>
                <a:latin typeface="Arial" panose="020B0604020202020204" pitchFamily="34" charset="0"/>
              </a:defRPr>
            </a:lvl8pPr>
            <a:lvl9pPr marL="10223500" indent="-931863" defTabSz="3906838" eaLnBrk="0" fontAlgn="base" hangingPunct="0">
              <a:spcBef>
                <a:spcPct val="20000"/>
              </a:spcBef>
              <a:spcAft>
                <a:spcPct val="0"/>
              </a:spcAft>
              <a:buChar char="»"/>
              <a:defRPr sz="8600">
                <a:solidFill>
                  <a:schemeClr val="tx1"/>
                </a:solidFill>
                <a:latin typeface="Arial" panose="020B0604020202020204" pitchFamily="34" charset="0"/>
              </a:defRPr>
            </a:lvl9pPr>
          </a:lstStyle>
          <a:p>
            <a:pPr marL="0" marR="0" algn="ctr">
              <a:lnSpc>
                <a:spcPct val="115000"/>
              </a:lnSpc>
              <a:spcBef>
                <a:spcPts val="1200"/>
              </a:spcBef>
              <a:spcAft>
                <a:spcPts val="0"/>
              </a:spcAft>
              <a:buNone/>
            </a:pPr>
            <a:r>
              <a:rPr lang="en-US" sz="5500" b="1" kern="0" dirty="0">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rPr>
              <a:t>SMART ELECTRICAL ENERGY MANAGEMENT AND MONITOR SYSTEM APPLY IN HOUSEHOLDS</a:t>
            </a:r>
            <a:endParaRPr lang="en-US" sz="5500" b="1" kern="0" dirty="0">
              <a:solidFill>
                <a:srgbClr val="FF0000"/>
              </a:solidFill>
              <a:effectLst/>
              <a:latin typeface="Times New Roman" panose="02020603050405020304" pitchFamily="18" charset="0"/>
              <a:ea typeface="Yu Gothic Light" panose="020B0300000000000000" pitchFamily="34" charset="-128"/>
              <a:cs typeface="Times New Roman" panose="02020603050405020304" pitchFamily="18" charset="0"/>
            </a:endParaRPr>
          </a:p>
          <a:p>
            <a:pPr algn="ctr">
              <a:spcBef>
                <a:spcPts val="0"/>
              </a:spcBef>
              <a:buNone/>
            </a:pPr>
            <a:r>
              <a:rPr lang="en-US" sz="4200" b="1" dirty="0">
                <a:effectLst/>
                <a:latin typeface="Times New Roman" panose="02020603050405020304" pitchFamily="18" charset="0"/>
              </a:rPr>
              <a:t>Nguyen Van </a:t>
            </a:r>
            <a:r>
              <a:rPr lang="en-US" sz="4200" b="1" dirty="0" smtClean="0">
                <a:effectLst/>
                <a:latin typeface="Times New Roman" panose="02020603050405020304" pitchFamily="18" charset="0"/>
              </a:rPr>
              <a:t>A</a:t>
            </a:r>
            <a:r>
              <a:rPr lang="en-US" sz="4200" b="1" baseline="30000" dirty="0" smtClean="0">
                <a:effectLst/>
                <a:latin typeface="Times New Roman" panose="02020603050405020304" pitchFamily="18" charset="0"/>
              </a:rPr>
              <a:t>1</a:t>
            </a:r>
            <a:r>
              <a:rPr lang="en-US" sz="4200" b="1" dirty="0">
                <a:effectLst/>
                <a:latin typeface="Times New Roman" panose="02020603050405020304" pitchFamily="18" charset="0"/>
              </a:rPr>
              <a:t>, </a:t>
            </a:r>
            <a:r>
              <a:rPr lang="en-US" sz="4200" b="1" dirty="0" smtClean="0">
                <a:effectLst/>
                <a:latin typeface="Times New Roman" panose="02020603050405020304" pitchFamily="18" charset="0"/>
              </a:rPr>
              <a:t>Nguyen Van B</a:t>
            </a:r>
            <a:r>
              <a:rPr lang="en-US" sz="4200" b="1" baseline="30000" dirty="0">
                <a:latin typeface="Times New Roman" panose="02020603050405020304" pitchFamily="18" charset="0"/>
              </a:rPr>
              <a:t>1</a:t>
            </a:r>
            <a:r>
              <a:rPr lang="en-US" sz="4200" b="1" dirty="0" smtClean="0">
                <a:effectLst/>
                <a:latin typeface="Times New Roman" panose="02020603050405020304" pitchFamily="18" charset="0"/>
              </a:rPr>
              <a:t>, Nguyen Van C</a:t>
            </a:r>
            <a:r>
              <a:rPr lang="en-US" sz="4200" b="1" baseline="30000" dirty="0">
                <a:latin typeface="Times New Roman" panose="02020603050405020304" pitchFamily="18" charset="0"/>
              </a:rPr>
              <a:t>1,*</a:t>
            </a:r>
            <a:r>
              <a:rPr lang="en-US" sz="4200" b="1" dirty="0" smtClean="0">
                <a:effectLst/>
                <a:latin typeface="Times New Roman" panose="02020603050405020304" pitchFamily="18" charset="0"/>
              </a:rPr>
              <a:t> </a:t>
            </a:r>
            <a:endParaRPr lang="en-US" sz="4200" b="1" dirty="0">
              <a:effectLst/>
              <a:latin typeface="Times New Roman" panose="02020603050405020304" pitchFamily="18" charset="0"/>
            </a:endParaRPr>
          </a:p>
          <a:p>
            <a:pPr marR="0" algn="ctr">
              <a:lnSpc>
                <a:spcPct val="115000"/>
              </a:lnSpc>
              <a:spcBef>
                <a:spcPts val="200"/>
              </a:spcBef>
              <a:spcAft>
                <a:spcPts val="0"/>
              </a:spcAft>
              <a:buNone/>
            </a:pPr>
            <a:r>
              <a:rPr lang="en-US" sz="4200" b="1" baseline="30000" dirty="0" smtClean="0">
                <a:solidFill>
                  <a:srgbClr val="0F13C7"/>
                </a:solidFill>
                <a:latin typeface="Times New Roman" panose="02020603050405020304" pitchFamily="18" charset="0"/>
              </a:rPr>
              <a:t>1</a:t>
            </a:r>
            <a:r>
              <a:rPr lang="en-US" sz="3600" b="1" dirty="0" smtClean="0">
                <a:solidFill>
                  <a:srgbClr val="0F13C7"/>
                </a:solidFill>
                <a:latin typeface="Times New Roman" panose="02020603050405020304" pitchFamily="18" charset="0"/>
                <a:ea typeface="Times New Roman" panose="02020603050405020304" pitchFamily="18" charset="0"/>
                <a:cs typeface="Times New Roman" panose="02020603050405020304" pitchFamily="18" charset="0"/>
              </a:rPr>
              <a:t>Posts </a:t>
            </a:r>
            <a:r>
              <a:rPr lang="en-US" sz="3600" b="1" dirty="0">
                <a:solidFill>
                  <a:srgbClr val="0F13C7"/>
                </a:solidFill>
                <a:latin typeface="Times New Roman" panose="02020603050405020304" pitchFamily="18" charset="0"/>
                <a:ea typeface="Times New Roman" panose="02020603050405020304" pitchFamily="18" charset="0"/>
                <a:cs typeface="Times New Roman" panose="02020603050405020304" pitchFamily="18" charset="0"/>
              </a:rPr>
              <a:t>and Telecommunications Institute of Technology</a:t>
            </a:r>
            <a:r>
              <a:rPr lang="en-US" sz="3600" b="1" dirty="0" smtClean="0">
                <a:solidFill>
                  <a:srgbClr val="0F13C7"/>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3600" b="1" dirty="0">
                <a:solidFill>
                  <a:srgbClr val="0F13C7"/>
                </a:solidFill>
                <a:latin typeface="Times New Roman" panose="02020603050405020304" pitchFamily="18" charset="0"/>
                <a:ea typeface="Times New Roman" panose="02020603050405020304" pitchFamily="18" charset="0"/>
                <a:cs typeface="Times New Roman" panose="02020603050405020304" pitchFamily="18" charset="0"/>
              </a:rPr>
              <a:t>96A Tran </a:t>
            </a:r>
            <a:r>
              <a:rPr lang="en-US" sz="3600" b="1" dirty="0" err="1">
                <a:solidFill>
                  <a:srgbClr val="0F13C7"/>
                </a:solidFill>
                <a:latin typeface="Times New Roman" panose="02020603050405020304" pitchFamily="18" charset="0"/>
                <a:ea typeface="Times New Roman" panose="02020603050405020304" pitchFamily="18" charset="0"/>
                <a:cs typeface="Times New Roman" panose="02020603050405020304" pitchFamily="18" charset="0"/>
              </a:rPr>
              <a:t>Phu</a:t>
            </a:r>
            <a:r>
              <a:rPr lang="en-US" sz="3600" b="1" dirty="0">
                <a:solidFill>
                  <a:srgbClr val="0F13C7"/>
                </a:solidFill>
                <a:latin typeface="Times New Roman" panose="02020603050405020304" pitchFamily="18" charset="0"/>
                <a:ea typeface="Times New Roman" panose="02020603050405020304" pitchFamily="18" charset="0"/>
                <a:cs typeface="Times New Roman" panose="02020603050405020304" pitchFamily="18" charset="0"/>
              </a:rPr>
              <a:t> Street, Ha Dong Ward, Hanoi, </a:t>
            </a:r>
            <a:r>
              <a:rPr lang="en-US" sz="3600" b="1" dirty="0" smtClean="0">
                <a:solidFill>
                  <a:srgbClr val="0F13C7"/>
                </a:solidFill>
                <a:latin typeface="Times New Roman" panose="02020603050405020304" pitchFamily="18" charset="0"/>
                <a:ea typeface="Times New Roman" panose="02020603050405020304" pitchFamily="18" charset="0"/>
                <a:cs typeface="Times New Roman" panose="02020603050405020304" pitchFamily="18" charset="0"/>
              </a:rPr>
              <a:t>Vietnam </a:t>
            </a:r>
          </a:p>
          <a:p>
            <a:pPr marR="0" algn="ctr">
              <a:lnSpc>
                <a:spcPct val="115000"/>
              </a:lnSpc>
              <a:spcBef>
                <a:spcPts val="200"/>
              </a:spcBef>
              <a:spcAft>
                <a:spcPts val="0"/>
              </a:spcAft>
              <a:buNone/>
            </a:pPr>
            <a:r>
              <a:rPr lang="en-US" sz="3600" b="1" i="1" dirty="0" smtClean="0">
                <a:solidFill>
                  <a:srgbClr val="0F13C7"/>
                </a:solidFill>
                <a:effectLst/>
                <a:latin typeface="Times New Roman" panose="02020603050405020304" pitchFamily="18" charset="0"/>
                <a:ea typeface="Times New Roman" panose="02020603050405020304" pitchFamily="18" charset="0"/>
                <a:cs typeface="Times New Roman" panose="02020603050405020304" pitchFamily="18" charset="0"/>
              </a:rPr>
              <a:t>*</a:t>
            </a:r>
            <a:r>
              <a:rPr lang="en-US" sz="3600" b="1" i="1" dirty="0">
                <a:solidFill>
                  <a:srgbClr val="0F13C7"/>
                </a:solidFill>
                <a:effectLst/>
                <a:latin typeface="Times New Roman" panose="02020603050405020304" pitchFamily="18" charset="0"/>
                <a:ea typeface="Times New Roman" panose="02020603050405020304" pitchFamily="18" charset="0"/>
                <a:cs typeface="Times New Roman" panose="02020603050405020304" pitchFamily="18" charset="0"/>
              </a:rPr>
              <a:t>Corresponding Author: (Phone: +84 97 882 </a:t>
            </a:r>
            <a:r>
              <a:rPr lang="en-US" sz="3600" b="1" i="1" dirty="0" err="1" smtClean="0">
                <a:solidFill>
                  <a:srgbClr val="0F13C7"/>
                </a:solidFill>
                <a:effectLst/>
                <a:latin typeface="Times New Roman" panose="02020603050405020304" pitchFamily="18" charset="0"/>
                <a:ea typeface="Times New Roman" panose="02020603050405020304" pitchFamily="18" charset="0"/>
                <a:cs typeface="Times New Roman" panose="02020603050405020304" pitchFamily="18" charset="0"/>
              </a:rPr>
              <a:t>xxxx</a:t>
            </a:r>
            <a:r>
              <a:rPr lang="en-US" sz="3600" b="1" i="1" dirty="0" smtClean="0">
                <a:solidFill>
                  <a:srgbClr val="0F13C7"/>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3600" b="1" i="1" dirty="0">
                <a:solidFill>
                  <a:srgbClr val="0F13C7"/>
                </a:solidFill>
                <a:effectLst/>
                <a:latin typeface="Times New Roman" panose="02020603050405020304" pitchFamily="18" charset="0"/>
                <a:ea typeface="Times New Roman" panose="02020603050405020304" pitchFamily="18" charset="0"/>
                <a:cs typeface="Times New Roman" panose="02020603050405020304" pitchFamily="18" charset="0"/>
              </a:rPr>
              <a:t>Email: </a:t>
            </a:r>
            <a:r>
              <a:rPr lang="en-US" sz="3600" b="1" i="1" dirty="0" err="1" smtClean="0">
                <a:solidFill>
                  <a:srgbClr val="0F13C7"/>
                </a:solidFill>
                <a:effectLst/>
                <a:latin typeface="Times New Roman" panose="02020603050405020304" pitchFamily="18" charset="0"/>
                <a:ea typeface="Times New Roman" panose="02020603050405020304" pitchFamily="18" charset="0"/>
                <a:cs typeface="Times New Roman" panose="02020603050405020304" pitchFamily="18" charset="0"/>
              </a:rPr>
              <a:t>trưởng</a:t>
            </a:r>
            <a:r>
              <a:rPr lang="en-US" sz="3600" b="1" i="1" dirty="0" smtClean="0">
                <a:solidFill>
                  <a:srgbClr val="0F13C7"/>
                </a:solidFill>
                <a:effectLst/>
                <a:latin typeface="Times New Roman" panose="02020603050405020304" pitchFamily="18" charset="0"/>
                <a:ea typeface="Times New Roman" panose="02020603050405020304" pitchFamily="18" charset="0"/>
                <a:cs typeface="Times New Roman" panose="02020603050405020304" pitchFamily="18" charset="0"/>
              </a:rPr>
              <a:t> nhóm@ptit.edu.vn</a:t>
            </a:r>
            <a:r>
              <a:rPr lang="en-US" sz="3600" b="1" i="1" dirty="0">
                <a:solidFill>
                  <a:srgbClr val="0F13C7"/>
                </a:solidFill>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3600" b="1" i="1" dirty="0">
              <a:solidFill>
                <a:srgbClr val="0F13C7"/>
              </a:solidFill>
              <a:effectLst/>
              <a:latin typeface="Times New Roman" panose="02020603050405020304" pitchFamily="18" charset="0"/>
              <a:ea typeface="Yu Gothic Light" panose="020B0300000000000000" pitchFamily="34" charset="-128"/>
              <a:cs typeface="Times New Roman" panose="02020603050405020304" pitchFamily="18" charset="0"/>
            </a:endParaRPr>
          </a:p>
        </p:txBody>
      </p:sp>
      <p:sp>
        <p:nvSpPr>
          <p:cNvPr id="30" name="Rectangle 5">
            <a:extLst>
              <a:ext uri="{FF2B5EF4-FFF2-40B4-BE49-F238E27FC236}">
                <a16:creationId xmlns:a16="http://schemas.microsoft.com/office/drawing/2014/main" id="{736FA7DC-98D8-EA12-8834-3569C3546E6D}"/>
              </a:ext>
            </a:extLst>
          </p:cNvPr>
          <p:cNvSpPr>
            <a:spLocks noChangeArrowheads="1"/>
          </p:cNvSpPr>
          <p:nvPr/>
        </p:nvSpPr>
        <p:spPr bwMode="auto">
          <a:xfrm>
            <a:off x="1407782" y="10865545"/>
            <a:ext cx="27487258" cy="38087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indent="171450"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algn="just">
              <a:lnSpc>
                <a:spcPct val="115000"/>
              </a:lnSpc>
              <a:spcBef>
                <a:spcPts val="300"/>
              </a:spcBef>
              <a:spcAft>
                <a:spcPts val="300"/>
              </a:spcAft>
            </a:pPr>
            <a:r>
              <a:rPr lang="en-US" sz="3000" dirty="0">
                <a:solidFill>
                  <a:srgbClr val="000000"/>
                </a:solidFill>
                <a:effectLst/>
                <a:latin typeface="Times New Roman" panose="02020603050405020304" pitchFamily="18" charset="0"/>
                <a:ea typeface="Times New Roman" panose="02020603050405020304" pitchFamily="18" charset="0"/>
              </a:rPr>
              <a:t>		The steady depletion of fossil fuel supplies is causing a shift to clean and renewable energy sources. However, there are several serious issues with the increasing reliance on electricity to run most human activities, such as energy scarcity, increased electricity prices, and safety hazards related to electrical system failures and power overloads. These problems put households under financial strain and increase the likelihood of electrical fires, which can seriously endanger public safety and cause significant property damage. This study introduces a system designed to monitor real-time energy usage through sensors and identify irregularities in consumption. The system also generates alerts for potential overloads, enabling homeowners to take proactive measures to prevent accidents. Implementation of this solution has demonstrated notable improvements in energy efficiency, reduced electricity expenses, and enhanced household safety. While initially developed for individual homes, the system has the flexibility to be scaled for broader residential applications, offering an effective and practical method for managing energy in daily life.</a:t>
            </a:r>
            <a:r>
              <a:rPr lang="en-US" sz="3000" dirty="0">
                <a:effectLst/>
                <a:latin typeface="Times New Roman" panose="02020603050405020304" pitchFamily="18" charset="0"/>
                <a:ea typeface="Times New Roman" panose="02020603050405020304" pitchFamily="18" charset="0"/>
              </a:rPr>
              <a:t> </a:t>
            </a:r>
          </a:p>
        </p:txBody>
      </p:sp>
      <p:sp>
        <p:nvSpPr>
          <p:cNvPr id="7" name="Rectangle 6"/>
          <p:cNvSpPr/>
          <p:nvPr/>
        </p:nvSpPr>
        <p:spPr>
          <a:xfrm>
            <a:off x="1178601" y="9832511"/>
            <a:ext cx="27931113" cy="914400"/>
          </a:xfrm>
          <a:prstGeom prst="rect">
            <a:avLst/>
          </a:prstGeom>
          <a:solidFill>
            <a:srgbClr val="0F13C7"/>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800" b="1" dirty="0">
                <a:latin typeface="Times New Roman" panose="02020603050405020304" pitchFamily="18" charset="0"/>
                <a:cs typeface="Times New Roman" panose="02020603050405020304" pitchFamily="18" charset="0"/>
              </a:rPr>
              <a:t>ABSTRACT</a:t>
            </a:r>
          </a:p>
        </p:txBody>
      </p:sp>
      <p:sp>
        <p:nvSpPr>
          <p:cNvPr id="45" name="Rectangle 44"/>
          <p:cNvSpPr/>
          <p:nvPr/>
        </p:nvSpPr>
        <p:spPr>
          <a:xfrm>
            <a:off x="18079128" y="21305299"/>
            <a:ext cx="11030584" cy="914400"/>
          </a:xfrm>
          <a:prstGeom prst="rect">
            <a:avLst/>
          </a:prstGeom>
          <a:solidFill>
            <a:srgbClr val="0F13C7"/>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800" b="1">
                <a:solidFill>
                  <a:schemeClr val="bg1"/>
                </a:solidFill>
                <a:effectLst/>
                <a:latin typeface="Times New Roman" panose="02020603050405020304" pitchFamily="18" charset="0"/>
                <a:ea typeface="Times New Roman" panose="02020603050405020304" pitchFamily="18" charset="0"/>
              </a:rPr>
              <a:t>HARDWARE DESIGN</a:t>
            </a:r>
            <a:endParaRPr lang="en-US" sz="3800" b="1" dirty="0">
              <a:solidFill>
                <a:schemeClr val="bg1"/>
              </a:solidFill>
              <a:latin typeface="Times New Roman" panose="02020603050405020304" pitchFamily="18" charset="0"/>
              <a:cs typeface="Times New Roman" panose="02020603050405020304" pitchFamily="18" charset="0"/>
            </a:endParaRPr>
          </a:p>
        </p:txBody>
      </p:sp>
      <p:sp>
        <p:nvSpPr>
          <p:cNvPr id="65" name="Rectangle 64"/>
          <p:cNvSpPr/>
          <p:nvPr/>
        </p:nvSpPr>
        <p:spPr>
          <a:xfrm>
            <a:off x="1178601" y="15522140"/>
            <a:ext cx="8073115" cy="13363092"/>
          </a:xfrm>
          <a:prstGeom prst="rect">
            <a:avLst/>
          </a:prstGeom>
          <a:solidFill>
            <a:schemeClr val="bg1"/>
          </a:solidFill>
          <a:ln w="28575">
            <a:solidFill>
              <a:srgbClr val="0F13C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Rectangle 65"/>
          <p:cNvSpPr/>
          <p:nvPr/>
        </p:nvSpPr>
        <p:spPr>
          <a:xfrm>
            <a:off x="1178601" y="15140797"/>
            <a:ext cx="8073116" cy="951761"/>
          </a:xfrm>
          <a:prstGeom prst="rect">
            <a:avLst/>
          </a:prstGeom>
          <a:solidFill>
            <a:srgbClr val="0F13C7"/>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800" b="1" dirty="0">
                <a:latin typeface="Times New Roman" panose="02020603050405020304" pitchFamily="18" charset="0"/>
                <a:cs typeface="Times New Roman" panose="02020603050405020304" pitchFamily="18" charset="0"/>
              </a:rPr>
              <a:t>INTRODUCTION</a:t>
            </a:r>
          </a:p>
        </p:txBody>
      </p:sp>
      <p:sp>
        <p:nvSpPr>
          <p:cNvPr id="68" name="Rectangle 5">
            <a:extLst>
              <a:ext uri="{FF2B5EF4-FFF2-40B4-BE49-F238E27FC236}">
                <a16:creationId xmlns:a16="http://schemas.microsoft.com/office/drawing/2014/main" id="{736FA7DC-98D8-EA12-8834-3569C3546E6D}"/>
              </a:ext>
            </a:extLst>
          </p:cNvPr>
          <p:cNvSpPr>
            <a:spLocks noChangeArrowheads="1"/>
          </p:cNvSpPr>
          <p:nvPr/>
        </p:nvSpPr>
        <p:spPr bwMode="auto">
          <a:xfrm>
            <a:off x="1567016" y="16473901"/>
            <a:ext cx="7366230" cy="122802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indent="171450"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lvl="0" algn="just" defTabSz="914400">
              <a:lnSpc>
                <a:spcPct val="120000"/>
              </a:lnSpc>
              <a:spcBef>
                <a:spcPts val="0"/>
              </a:spcBef>
              <a:spcAft>
                <a:spcPts val="0"/>
              </a:spcAft>
            </a:pPr>
            <a:r>
              <a:rPr lang="en-US" altLang="en-US" sz="3000">
                <a:latin typeface="Times New Roman" panose="02020603050405020304" pitchFamily="18" charset="0"/>
                <a:ea typeface="Calibri" panose="020F0502020204030204" pitchFamily="34" charset="0"/>
                <a:cs typeface="Times New Roman" panose="02020603050405020304" pitchFamily="18" charset="0"/>
              </a:rPr>
              <a:t>	The </a:t>
            </a:r>
            <a:r>
              <a:rPr lang="en-US" altLang="en-US" sz="3000" dirty="0">
                <a:latin typeface="Times New Roman" panose="02020603050405020304" pitchFamily="18" charset="0"/>
                <a:ea typeface="Calibri" panose="020F0502020204030204" pitchFamily="34" charset="0"/>
                <a:cs typeface="Times New Roman" panose="02020603050405020304" pitchFamily="18" charset="0"/>
              </a:rPr>
              <a:t>rising number of energy-consuming devices strains power grids, which are often not equipped to handle the surge in demand. As a result, users need to monitor, control, and optimize their energy consumption effectively. How can the current grid be centralized into a system that meets </a:t>
            </a:r>
            <a:r>
              <a:rPr lang="en-US" altLang="en-US" sz="3000">
                <a:latin typeface="Times New Roman" panose="02020603050405020304" pitchFamily="18" charset="0"/>
                <a:ea typeface="Calibri" panose="020F0502020204030204" pitchFamily="34" charset="0"/>
                <a:cs typeface="Times New Roman" panose="02020603050405020304" pitchFamily="18" charset="0"/>
              </a:rPr>
              <a:t>user demand?</a:t>
            </a:r>
          </a:p>
          <a:p>
            <a:pPr lvl="0" algn="just" defTabSz="914400">
              <a:lnSpc>
                <a:spcPct val="120000"/>
              </a:lnSpc>
              <a:spcBef>
                <a:spcPts val="0"/>
              </a:spcBef>
              <a:spcAft>
                <a:spcPts val="0"/>
              </a:spcAft>
            </a:pPr>
            <a:r>
              <a:rPr lang="en-US" altLang="en-US" sz="3000">
                <a:latin typeface="Times New Roman" panose="02020603050405020304" pitchFamily="18" charset="0"/>
                <a:ea typeface="Calibri" panose="020F0502020204030204" pitchFamily="34" charset="0"/>
                <a:cs typeface="Times New Roman" panose="02020603050405020304" pitchFamily="18" charset="0"/>
              </a:rPr>
              <a:t>	Thousands </a:t>
            </a:r>
            <a:r>
              <a:rPr lang="en-US" altLang="en-US" sz="3000" dirty="0">
                <a:latin typeface="Times New Roman" panose="02020603050405020304" pitchFamily="18" charset="0"/>
                <a:ea typeface="Calibri" panose="020F0502020204030204" pitchFamily="34" charset="0"/>
                <a:cs typeface="Times New Roman" panose="02020603050405020304" pitchFamily="18" charset="0"/>
              </a:rPr>
              <a:t>of fires are reported each year due to electrical malfunctions, often caused by faulty appliances, aging infrastructure, and </a:t>
            </a:r>
            <a:r>
              <a:rPr lang="en-US" altLang="en-US" sz="3000">
                <a:latin typeface="Times New Roman" panose="02020603050405020304" pitchFamily="18" charset="0"/>
                <a:ea typeface="Calibri" panose="020F0502020204030204" pitchFamily="34" charset="0"/>
                <a:cs typeface="Times New Roman" panose="02020603050405020304" pitchFamily="18" charset="0"/>
              </a:rPr>
              <a:t>overloaded circuits.</a:t>
            </a:r>
          </a:p>
          <a:p>
            <a:pPr lvl="0" algn="just" defTabSz="914400">
              <a:lnSpc>
                <a:spcPct val="120000"/>
              </a:lnSpc>
              <a:spcBef>
                <a:spcPts val="0"/>
              </a:spcBef>
              <a:spcAft>
                <a:spcPts val="0"/>
              </a:spcAft>
            </a:pPr>
            <a:r>
              <a:rPr lang="en-US" altLang="en-US" sz="3000">
                <a:latin typeface="Times New Roman" panose="02020603050405020304" pitchFamily="18" charset="0"/>
                <a:ea typeface="Calibri" panose="020F0502020204030204" pitchFamily="34" charset="0"/>
                <a:cs typeface="Times New Roman" panose="02020603050405020304" pitchFamily="18" charset="0"/>
              </a:rPr>
              <a:t>	As </a:t>
            </a:r>
            <a:r>
              <a:rPr lang="en-US" altLang="en-US" sz="3000" dirty="0">
                <a:latin typeface="Times New Roman" panose="02020603050405020304" pitchFamily="18" charset="0"/>
                <a:ea typeface="Calibri" panose="020F0502020204030204" pitchFamily="34" charset="0"/>
                <a:cs typeface="Times New Roman" panose="02020603050405020304" pitchFamily="18" charset="0"/>
              </a:rPr>
              <a:t>the adoption of renewable energy increases, addressing these risks is essential to ensure the safety and reliability of both renewable energy systems and the existing power infrastructure</a:t>
            </a:r>
            <a:r>
              <a:rPr lang="en-US" altLang="en-US" sz="3000">
                <a:latin typeface="Times New Roman" panose="02020603050405020304" pitchFamily="18" charset="0"/>
                <a:ea typeface="Calibri" panose="020F0502020204030204" pitchFamily="34" charset="0"/>
                <a:cs typeface="Times New Roman" panose="02020603050405020304" pitchFamily="18" charset="0"/>
              </a:rPr>
              <a:t>. </a:t>
            </a:r>
          </a:p>
          <a:p>
            <a:pPr lvl="0" algn="just" defTabSz="914400">
              <a:lnSpc>
                <a:spcPct val="120000"/>
              </a:lnSpc>
              <a:spcBef>
                <a:spcPts val="0"/>
              </a:spcBef>
              <a:spcAft>
                <a:spcPts val="0"/>
              </a:spcAft>
            </a:pPr>
            <a:r>
              <a:rPr lang="en-US" altLang="en-US" sz="3000">
                <a:latin typeface="Times New Roman" panose="02020603050405020304" pitchFamily="18" charset="0"/>
                <a:ea typeface="Calibri" panose="020F0502020204030204" pitchFamily="34" charset="0"/>
                <a:cs typeface="Times New Roman" panose="02020603050405020304" pitchFamily="18" charset="0"/>
              </a:rPr>
              <a:t>	The </a:t>
            </a:r>
            <a:r>
              <a:rPr lang="en-US" altLang="en-US" sz="3000" dirty="0">
                <a:latin typeface="Times New Roman" panose="02020603050405020304" pitchFamily="18" charset="0"/>
                <a:ea typeface="Calibri" panose="020F0502020204030204" pitchFamily="34" charset="0"/>
                <a:cs typeface="Times New Roman" panose="02020603050405020304" pitchFamily="18" charset="0"/>
              </a:rPr>
              <a:t>project seeks to address these gaps by offering a scalable solution capable of real-time monitoring, proactive safety measures, and potential for integration into larger smart home ecosystems.</a:t>
            </a:r>
          </a:p>
          <a:p>
            <a:pPr lvl="0" algn="just" defTabSz="914400">
              <a:lnSpc>
                <a:spcPct val="120000"/>
              </a:lnSpc>
              <a:spcBef>
                <a:spcPts val="0"/>
              </a:spcBef>
              <a:spcAft>
                <a:spcPts val="0"/>
              </a:spcAft>
            </a:pPr>
            <a:endParaRPr kumimoji="0" lang="en-US" altLang="en-US" sz="3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83" name="Rectangle 82"/>
          <p:cNvSpPr/>
          <p:nvPr/>
        </p:nvSpPr>
        <p:spPr>
          <a:xfrm>
            <a:off x="9649898" y="15136632"/>
            <a:ext cx="19459814" cy="914400"/>
          </a:xfrm>
          <a:prstGeom prst="rect">
            <a:avLst/>
          </a:prstGeom>
          <a:solidFill>
            <a:srgbClr val="0F13C7"/>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800" b="1">
                <a:solidFill>
                  <a:schemeClr val="bg1"/>
                </a:solidFill>
                <a:latin typeface="Times New Roman" panose="02020603050405020304" pitchFamily="18" charset="0"/>
                <a:cs typeface="Times New Roman" panose="02020603050405020304" pitchFamily="18" charset="0"/>
              </a:rPr>
              <a:t>SYSTEM ARCHITECTURE</a:t>
            </a:r>
            <a:endParaRPr lang="en-US" sz="3800" b="1" dirty="0">
              <a:solidFill>
                <a:schemeClr val="bg1"/>
              </a:solidFill>
              <a:latin typeface="Times New Roman" panose="02020603050405020304" pitchFamily="18" charset="0"/>
              <a:cs typeface="Times New Roman" panose="02020603050405020304" pitchFamily="18" charset="0"/>
            </a:endParaRPr>
          </a:p>
        </p:txBody>
      </p:sp>
      <p:sp>
        <p:nvSpPr>
          <p:cNvPr id="48" name="TextBox 47">
            <a:extLst>
              <a:ext uri="{FF2B5EF4-FFF2-40B4-BE49-F238E27FC236}">
                <a16:creationId xmlns:a16="http://schemas.microsoft.com/office/drawing/2014/main" id="{8BFFFE39-7005-4D75-9DF9-5DC9511446DA}"/>
              </a:ext>
            </a:extLst>
          </p:cNvPr>
          <p:cNvSpPr txBox="1"/>
          <p:nvPr/>
        </p:nvSpPr>
        <p:spPr>
          <a:xfrm>
            <a:off x="4931774" y="995699"/>
            <a:ext cx="18749840" cy="3847207"/>
          </a:xfrm>
          <a:prstGeom prst="rect">
            <a:avLst/>
          </a:prstGeom>
          <a:noFill/>
        </p:spPr>
        <p:txBody>
          <a:bodyPr wrap="square">
            <a:spAutoFit/>
          </a:bodyPr>
          <a:lstStyle/>
          <a:p>
            <a:pPr algn="ctr"/>
            <a:r>
              <a:rPr lang="en-US" sz="5400" b="1" dirty="0" smtClean="0">
                <a:solidFill>
                  <a:srgbClr val="0F13C7"/>
                </a:solidFill>
                <a:latin typeface="Times New Roman" panose="02020603050405020304" pitchFamily="18" charset="0"/>
                <a:cs typeface="Times New Roman" panose="02020603050405020304" pitchFamily="18" charset="0"/>
              </a:rPr>
              <a:t>THE 3nd THEMATIC WORKSHOP ON "IOT SOLUTIONS FOR SMART CITIES" (SCIOT-2025)</a:t>
            </a:r>
          </a:p>
          <a:p>
            <a:pPr algn="ctr"/>
            <a:endParaRPr lang="en-US" sz="4800" b="1" dirty="0" smtClean="0">
              <a:solidFill>
                <a:srgbClr val="0F13C7"/>
              </a:solidFill>
              <a:latin typeface="Times New Roman" panose="02020603050405020304" pitchFamily="18" charset="0"/>
              <a:cs typeface="Times New Roman" panose="02020603050405020304" pitchFamily="18" charset="0"/>
            </a:endParaRPr>
          </a:p>
          <a:p>
            <a:pPr marL="0" marR="0" algn="ctr">
              <a:spcBef>
                <a:spcPts val="0"/>
              </a:spcBef>
              <a:spcAft>
                <a:spcPts val="0"/>
              </a:spcAft>
              <a:tabLst>
                <a:tab pos="2329180" algn="l"/>
              </a:tabLst>
            </a:pPr>
            <a:r>
              <a:rPr lang="en-US" sz="4400" b="1" dirty="0" smtClean="0">
                <a:effectLst/>
                <a:latin typeface="Times New Roman" panose="02020603050405020304" pitchFamily="18" charset="0"/>
                <a:cs typeface="Times New Roman" panose="02020603050405020304" pitchFamily="18" charset="0"/>
              </a:rPr>
              <a:t>Email</a:t>
            </a:r>
            <a:r>
              <a:rPr lang="en-US" sz="4400" b="1" dirty="0">
                <a:effectLst/>
                <a:latin typeface="Times New Roman" panose="02020603050405020304" pitchFamily="18" charset="0"/>
                <a:cs typeface="Times New Roman" panose="02020603050405020304" pitchFamily="18" charset="0"/>
              </a:rPr>
              <a:t>: </a:t>
            </a:r>
            <a:r>
              <a:rPr lang="en-US" sz="4400" b="1" dirty="0" smtClean="0">
                <a:latin typeface="Times New Roman" panose="02020603050405020304" pitchFamily="18" charset="0"/>
                <a:cs typeface="Times New Roman" panose="02020603050405020304" pitchFamily="18" charset="0"/>
              </a:rPr>
              <a:t>sciot</a:t>
            </a:r>
            <a:r>
              <a:rPr lang="en-US" sz="4400" b="1" dirty="0" smtClean="0">
                <a:effectLst/>
                <a:latin typeface="Times New Roman" panose="02020603050405020304" pitchFamily="18" charset="0"/>
                <a:cs typeface="Times New Roman" panose="02020603050405020304" pitchFamily="18" charset="0"/>
              </a:rPr>
              <a:t>@ptit.edu.vn</a:t>
            </a:r>
            <a:endParaRPr lang="en-US" sz="4400" b="1" dirty="0">
              <a:effectLst/>
              <a:latin typeface="Times New Roman" panose="02020603050405020304" pitchFamily="18" charset="0"/>
              <a:cs typeface="Times New Roman" panose="02020603050405020304" pitchFamily="18" charset="0"/>
            </a:endParaRPr>
          </a:p>
          <a:p>
            <a:pPr algn="ctr">
              <a:tabLst>
                <a:tab pos="2329180" algn="l"/>
              </a:tabLst>
            </a:pPr>
            <a:r>
              <a:rPr lang="en-US" sz="4400" b="1" dirty="0">
                <a:effectLst/>
                <a:latin typeface="Times New Roman" panose="02020603050405020304" pitchFamily="18" charset="0"/>
                <a:cs typeface="Times New Roman" panose="02020603050405020304" pitchFamily="18" charset="0"/>
              </a:rPr>
              <a:t>Website: </a:t>
            </a:r>
            <a:r>
              <a:rPr lang="en-US" sz="4400" b="1" dirty="0" smtClean="0">
                <a:latin typeface="Times New Roman" panose="02020603050405020304" pitchFamily="18" charset="0"/>
                <a:cs typeface="Times New Roman" panose="02020603050405020304" pitchFamily="18" charset="0"/>
              </a:rPr>
              <a:t>https://ptit.edu.vn</a:t>
            </a:r>
            <a:endParaRPr lang="en-US" sz="4400" b="1" dirty="0">
              <a:effectLst/>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10" name="AutoShape 6" descr="Ý Nghĩa Logo Đại Học Hùng Vương TP.HCM - HVUH">
            <a:extLst>
              <a:ext uri="{FF2B5EF4-FFF2-40B4-BE49-F238E27FC236}">
                <a16:creationId xmlns:a16="http://schemas.microsoft.com/office/drawing/2014/main" id="{9B244885-FD70-4EF0-AA68-D29A7D9C6105}"/>
              </a:ext>
            </a:extLst>
          </p:cNvPr>
          <p:cNvSpPr>
            <a:spLocks noChangeAspect="1" noChangeArrowheads="1"/>
          </p:cNvSpPr>
          <p:nvPr/>
        </p:nvSpPr>
        <p:spPr bwMode="auto">
          <a:xfrm>
            <a:off x="40445053" y="12379008"/>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9" name="Rounded Rectangle 45">
            <a:extLst>
              <a:ext uri="{FF2B5EF4-FFF2-40B4-BE49-F238E27FC236}">
                <a16:creationId xmlns:a16="http://schemas.microsoft.com/office/drawing/2014/main" id="{7A17DDE2-E173-440F-9F51-1ADF2AD66D2C}"/>
              </a:ext>
            </a:extLst>
          </p:cNvPr>
          <p:cNvSpPr/>
          <p:nvPr/>
        </p:nvSpPr>
        <p:spPr>
          <a:xfrm>
            <a:off x="21192313" y="29274558"/>
            <a:ext cx="7917400" cy="12740950"/>
          </a:xfrm>
          <a:prstGeom prst="rect">
            <a:avLst/>
          </a:prstGeom>
          <a:solidFill>
            <a:schemeClr val="bg1"/>
          </a:solidFill>
          <a:ln w="28575">
            <a:solidFill>
              <a:srgbClr val="0F13C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Rounded Rectangle 65">
            <a:extLst>
              <a:ext uri="{FF2B5EF4-FFF2-40B4-BE49-F238E27FC236}">
                <a16:creationId xmlns:a16="http://schemas.microsoft.com/office/drawing/2014/main" id="{736FE4C5-3743-474D-B565-9E4C2AF19700}"/>
              </a:ext>
            </a:extLst>
          </p:cNvPr>
          <p:cNvSpPr/>
          <p:nvPr/>
        </p:nvSpPr>
        <p:spPr>
          <a:xfrm>
            <a:off x="1177273" y="29266900"/>
            <a:ext cx="19549477" cy="914400"/>
          </a:xfrm>
          <a:prstGeom prst="rect">
            <a:avLst/>
          </a:prstGeom>
          <a:solidFill>
            <a:srgbClr val="0F13C7"/>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algn="ctr">
              <a:lnSpc>
                <a:spcPct val="115000"/>
              </a:lnSpc>
              <a:spcBef>
                <a:spcPts val="300"/>
              </a:spcBef>
              <a:spcAft>
                <a:spcPts val="300"/>
              </a:spcAft>
            </a:pPr>
            <a:r>
              <a:rPr lang="en-US" sz="3800" b="1" dirty="0">
                <a:solidFill>
                  <a:schemeClr val="bg1"/>
                </a:solidFill>
                <a:effectLst/>
                <a:latin typeface="Times New Roman" panose="02020603050405020304" pitchFamily="18" charset="0"/>
                <a:ea typeface="Times New Roman" panose="02020603050405020304" pitchFamily="18" charset="0"/>
              </a:rPr>
              <a:t>RESULTS AND DISCUSSION</a:t>
            </a:r>
            <a:endParaRPr lang="en-US" sz="3800" dirty="0">
              <a:solidFill>
                <a:schemeClr val="bg1"/>
              </a:solidFill>
              <a:effectLst/>
              <a:latin typeface="Times New Roman" panose="02020603050405020304" pitchFamily="18" charset="0"/>
              <a:ea typeface="Times New Roman" panose="02020603050405020304" pitchFamily="18" charset="0"/>
            </a:endParaRPr>
          </a:p>
        </p:txBody>
      </p:sp>
      <p:sp>
        <p:nvSpPr>
          <p:cNvPr id="28" name="Rectangle 5">
            <a:extLst>
              <a:ext uri="{FF2B5EF4-FFF2-40B4-BE49-F238E27FC236}">
                <a16:creationId xmlns:a16="http://schemas.microsoft.com/office/drawing/2014/main" id="{7A26DA1E-EA05-4806-B5E9-4EC019D9C70A}"/>
              </a:ext>
            </a:extLst>
          </p:cNvPr>
          <p:cNvSpPr>
            <a:spLocks noChangeArrowheads="1"/>
          </p:cNvSpPr>
          <p:nvPr/>
        </p:nvSpPr>
        <p:spPr bwMode="auto">
          <a:xfrm>
            <a:off x="-27511773" y="7787409"/>
            <a:ext cx="7437307" cy="5979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indent="171450"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lvl="0" algn="just" defTabSz="914400">
              <a:lnSpc>
                <a:spcPct val="120000"/>
              </a:lnSpc>
              <a:spcBef>
                <a:spcPts val="0"/>
              </a:spcBef>
              <a:spcAft>
                <a:spcPts val="0"/>
              </a:spcAft>
            </a:pPr>
            <a:r>
              <a:rPr lang="en-US" altLang="en-US" sz="3000" dirty="0" err="1">
                <a:latin typeface="Times New Roman" panose="02020603050405020304" pitchFamily="18" charset="0"/>
                <a:ea typeface="Calibri" panose="020F0502020204030204" pitchFamily="34" charset="0"/>
                <a:cs typeface="Times New Roman" panose="02020603050405020304" pitchFamily="18" charset="0"/>
              </a:rPr>
              <a:t>ưertyui</a:t>
            </a:r>
            <a:endParaRPr kumimoji="0" lang="en-US" altLang="en-US" sz="3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pic>
        <p:nvPicPr>
          <p:cNvPr id="31" name="Picture 30"/>
          <p:cNvPicPr/>
          <p:nvPr/>
        </p:nvPicPr>
        <p:blipFill>
          <a:blip r:embed="rId2">
            <a:extLst>
              <a:ext uri="{28A0092B-C50C-407E-A947-70E740481C1C}">
                <a14:useLocalDpi xmlns:a14="http://schemas.microsoft.com/office/drawing/2010/main" val="0"/>
              </a:ext>
            </a:extLst>
          </a:blip>
          <a:stretch>
            <a:fillRect/>
          </a:stretch>
        </p:blipFill>
        <p:spPr>
          <a:xfrm>
            <a:off x="10763343" y="16585121"/>
            <a:ext cx="17232923" cy="4178957"/>
          </a:xfrm>
          <a:prstGeom prst="rect">
            <a:avLst/>
          </a:prstGeom>
        </p:spPr>
      </p:pic>
      <p:pic>
        <p:nvPicPr>
          <p:cNvPr id="33" name="Picture 32"/>
          <p:cNvPicPr/>
          <p:nvPr/>
        </p:nvPicPr>
        <p:blipFill rotWithShape="1">
          <a:blip r:embed="rId3"/>
          <a:srcRect l="2635" t="2701" r="2841"/>
          <a:stretch/>
        </p:blipFill>
        <p:spPr>
          <a:xfrm>
            <a:off x="18288019" y="22470541"/>
            <a:ext cx="10607021" cy="6233086"/>
          </a:xfrm>
          <a:prstGeom prst="rect">
            <a:avLst/>
          </a:prstGeom>
        </p:spPr>
      </p:pic>
      <p:sp>
        <p:nvSpPr>
          <p:cNvPr id="61" name="Rectangle 60"/>
          <p:cNvSpPr/>
          <p:nvPr/>
        </p:nvSpPr>
        <p:spPr>
          <a:xfrm>
            <a:off x="21211195" y="29274558"/>
            <a:ext cx="7898518" cy="914400"/>
          </a:xfrm>
          <a:prstGeom prst="rect">
            <a:avLst/>
          </a:prstGeom>
          <a:solidFill>
            <a:srgbClr val="0F13C7"/>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800" b="1" dirty="0">
                <a:latin typeface="Times New Roman" panose="02020603050405020304" pitchFamily="18" charset="0"/>
                <a:cs typeface="Times New Roman" panose="02020603050405020304" pitchFamily="18" charset="0"/>
              </a:rPr>
              <a:t>CONCLUSION</a:t>
            </a:r>
          </a:p>
        </p:txBody>
      </p:sp>
      <p:sp>
        <p:nvSpPr>
          <p:cNvPr id="82" name="Rectangle 5">
            <a:extLst>
              <a:ext uri="{FF2B5EF4-FFF2-40B4-BE49-F238E27FC236}">
                <a16:creationId xmlns:a16="http://schemas.microsoft.com/office/drawing/2014/main" id="{736FA7DC-98D8-EA12-8834-3569C3546E6D}"/>
              </a:ext>
            </a:extLst>
          </p:cNvPr>
          <p:cNvSpPr>
            <a:spLocks noChangeArrowheads="1"/>
          </p:cNvSpPr>
          <p:nvPr/>
        </p:nvSpPr>
        <p:spPr bwMode="auto">
          <a:xfrm>
            <a:off x="21523893" y="30578284"/>
            <a:ext cx="7254240" cy="111722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indent="171450"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algn="just" defTabSz="914400">
              <a:lnSpc>
                <a:spcPct val="120000"/>
              </a:lnSpc>
              <a:spcBef>
                <a:spcPts val="0"/>
              </a:spcBef>
              <a:spcAft>
                <a:spcPts val="0"/>
              </a:spcAft>
            </a:pPr>
            <a:r>
              <a:rPr lang="en-US" sz="30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The Smart Electrical Energy Management and Monitoring System offers an innovative solution for optimizing energy usage in households. By providing real-time data on energy consumption, the system helps homeowners identify inefficiencies, reduce electricity costs, and enhance overall household safety. It also empowers users to monitor and control their energy use remotely via a mobile app, ensuring convenience and accessibility. Furthermore, the system's ability to detect electrical faults proactively enhances safety by preventing potential hazards. With its scalability, the system is adaptable to various environments, supporting broader efforts in energy conservation and sustainability. As the demand for energy-efficient solutions grows, this system is a crucial step towards building smarter, more sustainable </a:t>
            </a:r>
            <a:r>
              <a:rPr lang="en-US" sz="30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households.</a:t>
            </a:r>
            <a:endParaRPr kumimoji="0" lang="en-US" altLang="en-US" sz="3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pic>
        <p:nvPicPr>
          <p:cNvPr id="37" name="Picture 36"/>
          <p:cNvPicPr/>
          <p:nvPr/>
        </p:nvPicPr>
        <p:blipFill rotWithShape="1">
          <a:blip r:embed="rId4"/>
          <a:srcRect r="53780"/>
          <a:stretch/>
        </p:blipFill>
        <p:spPr>
          <a:xfrm>
            <a:off x="9840813" y="30578284"/>
            <a:ext cx="5025620" cy="5496267"/>
          </a:xfrm>
          <a:prstGeom prst="rect">
            <a:avLst/>
          </a:prstGeom>
        </p:spPr>
      </p:pic>
      <p:pic>
        <p:nvPicPr>
          <p:cNvPr id="38" name="Picture 37"/>
          <p:cNvPicPr/>
          <p:nvPr/>
        </p:nvPicPr>
        <p:blipFill rotWithShape="1">
          <a:blip r:embed="rId5"/>
          <a:srcRect r="63784"/>
          <a:stretch/>
        </p:blipFill>
        <p:spPr bwMode="auto">
          <a:xfrm>
            <a:off x="15151411" y="30613358"/>
            <a:ext cx="5151231" cy="5426118"/>
          </a:xfrm>
          <a:prstGeom prst="rect">
            <a:avLst/>
          </a:prstGeom>
          <a:ln>
            <a:noFill/>
          </a:ln>
          <a:extLst>
            <a:ext uri="{53640926-AAD7-44D8-BBD7-CCE9431645EC}">
              <a14:shadowObscured xmlns:a14="http://schemas.microsoft.com/office/drawing/2010/main"/>
            </a:ext>
          </a:extLst>
        </p:spPr>
      </p:pic>
      <p:pic>
        <p:nvPicPr>
          <p:cNvPr id="40" name="Picture 39"/>
          <p:cNvPicPr/>
          <p:nvPr/>
        </p:nvPicPr>
        <p:blipFill rotWithShape="1">
          <a:blip r:embed="rId6"/>
          <a:srcRect b="11851"/>
          <a:stretch/>
        </p:blipFill>
        <p:spPr bwMode="auto">
          <a:xfrm>
            <a:off x="9932920" y="36518434"/>
            <a:ext cx="10458200" cy="5138288"/>
          </a:xfrm>
          <a:prstGeom prst="rect">
            <a:avLst/>
          </a:prstGeom>
          <a:ln>
            <a:noFill/>
          </a:ln>
          <a:extLst>
            <a:ext uri="{53640926-AAD7-44D8-BBD7-CCE9431645EC}">
              <a14:shadowObscured xmlns:a14="http://schemas.microsoft.com/office/drawing/2010/main"/>
            </a:ext>
          </a:extLst>
        </p:spPr>
      </p:pic>
      <p:sp>
        <p:nvSpPr>
          <p:cNvPr id="43" name="Rectangle 42"/>
          <p:cNvSpPr/>
          <p:nvPr/>
        </p:nvSpPr>
        <p:spPr>
          <a:xfrm>
            <a:off x="9640131" y="21576242"/>
            <a:ext cx="8108992" cy="7308990"/>
          </a:xfrm>
          <a:prstGeom prst="rect">
            <a:avLst/>
          </a:prstGeom>
          <a:solidFill>
            <a:schemeClr val="bg1"/>
          </a:solidFill>
          <a:ln w="28575">
            <a:solidFill>
              <a:srgbClr val="0F13C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Rectangle 43"/>
          <p:cNvSpPr/>
          <p:nvPr/>
        </p:nvSpPr>
        <p:spPr>
          <a:xfrm>
            <a:off x="9640130" y="21312431"/>
            <a:ext cx="8108993" cy="911532"/>
          </a:xfrm>
          <a:prstGeom prst="rect">
            <a:avLst/>
          </a:prstGeom>
          <a:solidFill>
            <a:srgbClr val="0F13C7"/>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800" b="1">
                <a:solidFill>
                  <a:schemeClr val="bg1"/>
                </a:solidFill>
                <a:latin typeface="Times New Roman" panose="02020603050405020304" pitchFamily="18" charset="0"/>
                <a:cs typeface="Times New Roman" panose="02020603050405020304" pitchFamily="18" charset="0"/>
              </a:rPr>
              <a:t>DATABASE</a:t>
            </a:r>
            <a:endParaRPr lang="en-US" sz="3800" b="1" dirty="0">
              <a:solidFill>
                <a:schemeClr val="bg1"/>
              </a:solidFill>
              <a:latin typeface="Times New Roman" panose="02020603050405020304" pitchFamily="18" charset="0"/>
              <a:cs typeface="Times New Roman" panose="02020603050405020304" pitchFamily="18" charset="0"/>
            </a:endParaRPr>
          </a:p>
        </p:txBody>
      </p:sp>
      <p:pic>
        <p:nvPicPr>
          <p:cNvPr id="42" name="Picture 41"/>
          <p:cNvPicPr/>
          <p:nvPr/>
        </p:nvPicPr>
        <p:blipFill rotWithShape="1">
          <a:blip r:embed="rId7">
            <a:extLst>
              <a:ext uri="{BEBA8EAE-BF5A-486C-A8C5-ECC9F3942E4B}">
                <a14:imgProps xmlns:a14="http://schemas.microsoft.com/office/drawing/2010/main">
                  <a14:imgLayer r:embed="rId8">
                    <a14:imgEffect>
                      <a14:saturation sat="0"/>
                    </a14:imgEffect>
                  </a14:imgLayer>
                </a14:imgProps>
              </a:ext>
            </a:extLst>
          </a:blip>
          <a:srcRect r="53517" b="20655"/>
          <a:stretch/>
        </p:blipFill>
        <p:spPr bwMode="auto">
          <a:xfrm>
            <a:off x="9882689" y="22560444"/>
            <a:ext cx="7623874" cy="5989168"/>
          </a:xfrm>
          <a:prstGeom prst="rect">
            <a:avLst/>
          </a:prstGeom>
          <a:ln>
            <a:noFill/>
          </a:ln>
          <a:extLst>
            <a:ext uri="{53640926-AAD7-44D8-BBD7-CCE9431645EC}">
              <a14:shadowObscured xmlns:a14="http://schemas.microsoft.com/office/drawing/2010/main"/>
            </a:ext>
          </a:extLst>
        </p:spPr>
      </p:pic>
      <p:sp>
        <p:nvSpPr>
          <p:cNvPr id="39" name="Rectangle 5">
            <a:extLst>
              <a:ext uri="{FF2B5EF4-FFF2-40B4-BE49-F238E27FC236}">
                <a16:creationId xmlns:a16="http://schemas.microsoft.com/office/drawing/2014/main" id="{736FA7DC-98D8-EA12-8834-3569C3546E6D}"/>
              </a:ext>
            </a:extLst>
          </p:cNvPr>
          <p:cNvSpPr>
            <a:spLocks noChangeArrowheads="1"/>
          </p:cNvSpPr>
          <p:nvPr/>
        </p:nvSpPr>
        <p:spPr bwMode="auto">
          <a:xfrm>
            <a:off x="1737999" y="30562968"/>
            <a:ext cx="7449982" cy="111239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indent="171450"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algn="just" defTabSz="914400">
              <a:lnSpc>
                <a:spcPct val="120000"/>
              </a:lnSpc>
              <a:spcBef>
                <a:spcPts val="0"/>
              </a:spcBef>
              <a:spcAft>
                <a:spcPts val="0"/>
              </a:spcAft>
            </a:pPr>
            <a:r>
              <a:rPr lang="en-US" sz="300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	The hardware setup includes an ESP32, energy sensors, relays, and an LCD in a compact enclosure with a separation plate for safety. While well-organized, tightly packed wiring complicates maintenance. Improvements like cable management, better insulation, and ventilation are recommended to enhance safety and prevent overheating. The design limits future upgrades, and a transparent LCD cover could improve usability.</a:t>
            </a:r>
          </a:p>
          <a:p>
            <a:pPr algn="just" defTabSz="914400">
              <a:lnSpc>
                <a:spcPct val="120000"/>
              </a:lnSpc>
              <a:spcBef>
                <a:spcPts val="0"/>
              </a:spcBef>
              <a:spcAft>
                <a:spcPts val="0"/>
              </a:spcAft>
            </a:pPr>
            <a:r>
              <a:rPr lang="en-US" sz="300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	Tested between 10:47 and 10:49, the system successfully updated real-time usage data. It manages power efficiently, issuing warnings at 80% usage, shutting down two outputs at 90%, and turning off all outputs at 100% to prevent overload. A similar mechanism ensures electrical safety for current thresholds. The system effectively prevents excessive power consumption, enhancing reliability.</a:t>
            </a:r>
            <a:endParaRPr kumimoji="0" lang="en-US" altLang="en-US" sz="3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pic>
        <p:nvPicPr>
          <p:cNvPr id="41" name="Picture 40" descr="HỌC VIỆN CÔNG NGHỆ BƯU CHÍNH VIỄN THÔNG CỔNG THÔNG TIN ĐÀO TẠO"/>
          <p:cNvPicPr/>
          <p:nvPr/>
        </p:nvPicPr>
        <p:blipFill>
          <a:blip r:embed="rId9">
            <a:extLst>
              <a:ext uri="{28A0092B-C50C-407E-A947-70E740481C1C}">
                <a14:useLocalDpi xmlns:a14="http://schemas.microsoft.com/office/drawing/2010/main" val="0"/>
              </a:ext>
            </a:extLst>
          </a:blip>
          <a:srcRect/>
          <a:stretch>
            <a:fillRect/>
          </a:stretch>
        </p:blipFill>
        <p:spPr bwMode="auto">
          <a:xfrm>
            <a:off x="1177273" y="360293"/>
            <a:ext cx="3082089" cy="3325382"/>
          </a:xfrm>
          <a:prstGeom prst="rect">
            <a:avLst/>
          </a:prstGeom>
          <a:noFill/>
          <a:ln>
            <a:noFill/>
          </a:ln>
        </p:spPr>
      </p:pic>
      <p:pic>
        <p:nvPicPr>
          <p:cNvPr id="2" name="Picture 1"/>
          <p:cNvPicPr>
            <a:picLocks noChangeAspect="1"/>
          </p:cNvPicPr>
          <p:nvPr/>
        </p:nvPicPr>
        <p:blipFill>
          <a:blip r:embed="rId10"/>
          <a:stretch>
            <a:fillRect/>
          </a:stretch>
        </p:blipFill>
        <p:spPr>
          <a:xfrm>
            <a:off x="23877118" y="599199"/>
            <a:ext cx="5999616" cy="2656456"/>
          </a:xfrm>
          <a:prstGeom prst="rect">
            <a:avLst/>
          </a:prstGeom>
        </p:spPr>
      </p:pic>
    </p:spTree>
    <p:extLst>
      <p:ext uri="{BB962C8B-B14F-4D97-AF65-F5344CB8AC3E}">
        <p14:creationId xmlns:p14="http://schemas.microsoft.com/office/powerpoint/2010/main" val="1314106366"/>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664</TotalTime>
  <Words>117</Words>
  <Application>Microsoft Office PowerPoint</Application>
  <PresentationFormat>Custom</PresentationFormat>
  <Paragraphs>27</Paragraphs>
  <Slides>1</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vt:i4>
      </vt:variant>
    </vt:vector>
  </HeadingPairs>
  <TitlesOfParts>
    <vt:vector size="11" baseType="lpstr">
      <vt:lpstr>Times New Roman</vt:lpstr>
      <vt:lpstr>Arial</vt:lpstr>
      <vt:lpstr>굴림</vt:lpstr>
      <vt:lpstr>Aptos</vt:lpstr>
      <vt:lpstr>Calibri</vt:lpstr>
      <vt:lpstr>Aptos Display</vt:lpstr>
      <vt:lpstr>Yu Gothic Light</vt:lpstr>
      <vt:lpstr>Montserrat</vt:lpstr>
      <vt:lpstr>Lato Black</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Hoang Quoc Khanh</dc:creator>
  <cp:lastModifiedBy>5420</cp:lastModifiedBy>
  <cp:revision>80</cp:revision>
  <dcterms:created xsi:type="dcterms:W3CDTF">2024-06-03T07:56:56Z</dcterms:created>
  <dcterms:modified xsi:type="dcterms:W3CDTF">2025-11-01T07:24:13Z</dcterms:modified>
</cp:coreProperties>
</file>