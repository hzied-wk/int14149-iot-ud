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80" r:id="rId2"/>
    <p:sldId id="281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B9EC7D-DDFD-42A7-A432-F9EE5110CF05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58C3DE-5D9F-465D-8898-FB05B99D91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3753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lnSpc>
                <a:spcPct val="107000"/>
              </a:lnSpc>
              <a:spcAft>
                <a:spcPts val="815"/>
              </a:spcAft>
            </a:pP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36913C-23B8-4992-AD31-197833DF19AE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5844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3BF04F-C35F-42AA-8C6C-B7FA210989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E9ADFA-6403-4695-A797-C7F359C708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E6A241-9BF3-406E-9608-37FA05155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F439F-5233-46CA-923B-1236B29DCB22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9EB8BE-396C-43ED-940A-60E595D0A0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EA74CE-9230-4A26-B33A-CFFF164A2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E748B-7E92-4B81-A241-38AE8D216E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01063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55A067-35C2-4DFA-8B5C-A71A488A71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E620A4-3E03-4D2F-8773-5321AF0A65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45D7C8-FD8B-4A9E-9290-C859ADD378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F439F-5233-46CA-923B-1236B29DCB22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0EAB61-8FAC-4F6F-921A-BD411723BA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0D84F6-5EE5-4824-B02E-244A12B0B8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E748B-7E92-4B81-A241-38AE8D216E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53011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B3278D-D352-4C1C-98CA-2D6C552130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5CA70C-5897-4BB6-AE0F-BB26AA1244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E5EDD4-68B6-456D-A628-974B7956F0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F439F-5233-46CA-923B-1236B29DCB22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FF51BB-A351-47C2-B448-73A39A714D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350BE5-6EAF-4BC4-87F7-38A4EF6D5A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E748B-7E92-4B81-A241-38AE8D216E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85367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10CCE0-12C9-4870-AB89-2EAF2AB498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C99FC7-E094-4E4A-996F-66169D2D772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D08A0C-11A3-45D3-93A1-F4D42EA9E5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D64B51-AD73-4F8E-AA44-F54F5697C5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F439F-5233-46CA-923B-1236B29DCB22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155E82-D2E0-4B66-B50A-008294917A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237C30-E37E-4D34-B11C-EA9B2A28D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E748B-7E92-4B81-A241-38AE8D216E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1680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489CE-60DE-47B1-B08C-844D6D8973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C86864-BC0D-4128-8155-98C8F9B43F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43B525-B381-46A4-9C66-37D772AF74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DA4CC9F-C473-4656-B2AC-D97D4EEE234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342E28F-2FDD-463E-AF1E-B5DAA9DCFF3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B2E64A2-4EBD-4171-9297-B0D984D720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F439F-5233-46CA-923B-1236B29DCB22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E5581FD-C845-40E8-BE3C-1E0C079334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2E99DB7-297F-474F-A01C-DC174D961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E748B-7E92-4B81-A241-38AE8D216E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82459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F1A512-CC8D-4F48-8F0F-5EAB0FB596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4D8A15-7D64-4718-80B3-8B84824E24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F439F-5233-46CA-923B-1236B29DCB22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21CB2E-F600-487F-9FD7-086CDC5267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0C74A0-8470-4448-9AA5-57D662A6D3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E748B-7E92-4B81-A241-38AE8D216E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6947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16CC164-499F-4110-944C-04F7E2146B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F439F-5233-46CA-923B-1236B29DCB22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3C56770-E21A-450E-BF1D-0DCD77B076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4100D7-DAA3-462E-AB30-9F25DEAEC3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E748B-7E92-4B81-A241-38AE8D216E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22034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B88A4A-C851-43CF-8809-34ABF2B5C9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076B8B-BB21-4C4F-8F7B-351FF182CF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A09A88-5EAD-472D-B13D-CDCFA557CD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80C19A-E0DB-4C38-8E1F-3A31F9B336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F439F-5233-46CA-923B-1236B29DCB22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C9EA38-FAE1-49CA-8768-C3B6AD4EF0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C6F8AE-19F2-4DEB-8D98-6138B2D859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E748B-7E92-4B81-A241-38AE8D216E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67659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9157B2-A1B6-419C-AAA9-5FB9C51E1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DFFEAF4-D017-4663-9BC8-697C154AA9C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7D5F6C-8B6A-4F75-BEAC-869431D65E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887588-AE11-4A34-8040-9BAD4DE138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F439F-5233-46CA-923B-1236B29DCB22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61BAF7-3D80-41D9-90DD-897B3A1B8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322DEF-D24E-477F-8700-87B2A8B35D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E748B-7E92-4B81-A241-38AE8D216E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75298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975D65-2A70-44CA-B8DB-6B2F9BAEC1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DDEF35-610B-4228-AD18-1CE0F67440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BFAB6C-7D64-4F3C-97B3-E67637888A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F439F-5233-46CA-923B-1236B29DCB22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A7CAA6-ED08-45BD-9BF0-E2CEC82267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593875-B4C1-4391-AE93-EC52B005C9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E748B-7E92-4B81-A241-38AE8D216E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73711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9EF4862-49F6-44FC-ADCC-5A13B15668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850ED1-B1AF-4B75-BF68-D8F671CAD0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065D4A-5350-413F-A394-5FED58C081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F439F-5233-46CA-923B-1236B29DCB22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5CA0FB-953A-4642-8CED-B593217645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331D86-65FB-4724-BC79-EAC6D6F6F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E748B-7E92-4B81-A241-38AE8D216E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63037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C78998-8CB9-4D67-9078-9082D36DEE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5E9837-43A1-45ED-9B11-E7707A164D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D39A6B-4C07-436A-9EAD-AC2B7DA6B4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FF439F-5233-46CA-923B-1236B29DCB22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36FC24-5BF8-4CF1-91F1-FBE49B1507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F5B50F-EFED-40BE-9CCF-2BCEC295F5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EE748B-7E92-4B81-A241-38AE8D216E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63954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1" y="0"/>
            <a:ext cx="11688416" cy="1143000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Applications</a:t>
            </a:r>
            <a:b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Sinh</a:t>
            </a: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viên</a:t>
            </a: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làm</a:t>
            </a: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bài</a:t>
            </a: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theo</a:t>
            </a: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nhóm</a:t>
            </a: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kit </a:t>
            </a:r>
            <a:r>
              <a:rPr lang="en-US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hành</a:t>
            </a: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quay video </a:t>
            </a:r>
            <a:r>
              <a:rPr lang="en-US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thuyết</a:t>
            </a: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sản</a:t>
            </a: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phầm</a:t>
            </a: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nộp</a:t>
            </a: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lại</a:t>
            </a: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zalo</a:t>
            </a: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b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4E9140A-9075-4486-830C-757E066A0B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0514" y="1029548"/>
            <a:ext cx="9118947" cy="435112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9F78008-7962-4D79-9B47-7A6D18852165}"/>
              </a:ext>
            </a:extLst>
          </p:cNvPr>
          <p:cNvSpPr txBox="1"/>
          <p:nvPr/>
        </p:nvSpPr>
        <p:spPr>
          <a:xfrm>
            <a:off x="390939" y="5248151"/>
            <a:ext cx="1141012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Yêu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cầu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Khi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người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đến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gần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cảm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biến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siêu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âm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cửa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sẽ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mở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cơ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quay 1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góc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90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còi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kêu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tiếng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bíp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màn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LCD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dòng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chữ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“Xin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chào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</a:p>
          <a:p>
            <a:r>
              <a:rPr lang="en-US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Chú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ý: </a:t>
            </a:r>
            <a:r>
              <a:rPr lang="en-US" i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Nếu</a:t>
            </a:r>
            <a:r>
              <a:rPr lang="en-US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LCD </a:t>
            </a:r>
            <a:r>
              <a:rPr lang="en-US" i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bạn</a:t>
            </a:r>
            <a:r>
              <a:rPr lang="en-US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hiển</a:t>
            </a:r>
            <a:r>
              <a:rPr lang="en-US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thị</a:t>
            </a:r>
            <a:r>
              <a:rPr lang="en-US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dòng</a:t>
            </a:r>
            <a:r>
              <a:rPr lang="en-US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báo</a:t>
            </a:r>
            <a:r>
              <a:rPr lang="en-US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lên</a:t>
            </a:r>
            <a:r>
              <a:rPr lang="en-US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terminal </a:t>
            </a:r>
            <a:r>
              <a:rPr lang="en-US" i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ảo</a:t>
            </a:r>
            <a:r>
              <a:rPr lang="en-US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en-US" i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cảm</a:t>
            </a:r>
            <a:r>
              <a:rPr lang="en-US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biến</a:t>
            </a:r>
            <a:r>
              <a:rPr lang="en-US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siêu</a:t>
            </a:r>
            <a:r>
              <a:rPr lang="en-US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âm</a:t>
            </a:r>
            <a:r>
              <a:rPr lang="en-US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thay</a:t>
            </a:r>
            <a:r>
              <a:rPr lang="en-US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bằng</a:t>
            </a:r>
            <a:r>
              <a:rPr lang="en-US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cản</a:t>
            </a:r>
            <a:r>
              <a:rPr lang="en-US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biến</a:t>
            </a:r>
            <a:r>
              <a:rPr lang="en-US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chuyển</a:t>
            </a:r>
            <a:r>
              <a:rPr lang="en-US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hoặc</a:t>
            </a:r>
            <a:r>
              <a:rPr lang="en-US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ánh</a:t>
            </a:r>
            <a:r>
              <a:rPr lang="en-US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sáng</a:t>
            </a:r>
            <a:r>
              <a:rPr lang="en-US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i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cơ</a:t>
            </a:r>
            <a:r>
              <a:rPr lang="en-US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thay</a:t>
            </a:r>
            <a:r>
              <a:rPr lang="en-US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bằng</a:t>
            </a:r>
            <a:r>
              <a:rPr lang="en-US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LED</a:t>
            </a:r>
          </a:p>
        </p:txBody>
      </p:sp>
    </p:spTree>
    <p:extLst>
      <p:ext uri="{BB962C8B-B14F-4D97-AF65-F5344CB8AC3E}">
        <p14:creationId xmlns:p14="http://schemas.microsoft.com/office/powerpoint/2010/main" val="31664077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BFF2BC-1B17-4093-9EAB-81DA48AD8C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ĐĂNG KÝ PROJECT KẾT THÚC MÔN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A801FA-20EC-4230-AA01-FCAF38410B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7565" y="2064163"/>
            <a:ext cx="11794435" cy="4018585"/>
          </a:xfrm>
        </p:spPr>
        <p:txBody>
          <a:bodyPr>
            <a:noAutofit/>
          </a:bodyPr>
          <a:lstStyle/>
          <a:p>
            <a:pPr marL="514350" indent="-514350">
              <a:buAutoNum type="arabicPeriod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Mỗi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nhóm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đề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xuất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 topic (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trùng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lặp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nhóm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lớp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514350" indent="-514350">
              <a:buAutoNum type="arabicPeriod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slide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thuyết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ý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tưởng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bào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vệ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đề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tài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trước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thầy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cả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lớp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Tx/>
              <a:buChar char="-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Tên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đề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tài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Tx/>
              <a:buChar char="-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do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chọn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đề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tài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nêu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bật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cấp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thiết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lvl="1">
              <a:buFontTx/>
              <a:buChar char="-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Mô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tả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phầm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mềm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cứng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cần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thiết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Tx/>
              <a:buChar char="-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quả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ý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nghĩa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đề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tài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AutoNum type="arabicPeriod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Mỗi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nhóm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7-10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slide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thuyết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buổi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sau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62782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208</Words>
  <Application>Microsoft Office PowerPoint</Application>
  <PresentationFormat>Widescreen</PresentationFormat>
  <Paragraphs>13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Times New Roman</vt:lpstr>
      <vt:lpstr>Office Theme</vt:lpstr>
      <vt:lpstr>Applications (Sinh viên làm bài theo nhóm, trên kit thực hành, quay video thuyết trình sản phầm và nộp lại trên zalo) </vt:lpstr>
      <vt:lpstr>ĐĂNG KÝ PROJECT KẾT THÚC MÔN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Applications</dc:title>
  <dc:creator>Đặng Văn Hiếu</dc:creator>
  <cp:lastModifiedBy>Đặng Văn Hiếu</cp:lastModifiedBy>
  <cp:revision>3</cp:revision>
  <dcterms:created xsi:type="dcterms:W3CDTF">2025-10-08T06:27:12Z</dcterms:created>
  <dcterms:modified xsi:type="dcterms:W3CDTF">2025-10-08T07:01:04Z</dcterms:modified>
</cp:coreProperties>
</file>