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5"/>
  </p:notesMasterIdLst>
  <p:handoutMasterIdLst>
    <p:handoutMasterId r:id="rId26"/>
  </p:handoutMasterIdLst>
  <p:sldIdLst>
    <p:sldId id="264" r:id="rId3"/>
    <p:sldId id="272" r:id="rId4"/>
    <p:sldId id="281" r:id="rId5"/>
    <p:sldId id="274" r:id="rId6"/>
    <p:sldId id="282" r:id="rId7"/>
    <p:sldId id="275" r:id="rId8"/>
    <p:sldId id="276" r:id="rId9"/>
    <p:sldId id="286" r:id="rId10"/>
    <p:sldId id="290" r:id="rId11"/>
    <p:sldId id="273" r:id="rId12"/>
    <p:sldId id="287" r:id="rId13"/>
    <p:sldId id="289" r:id="rId14"/>
    <p:sldId id="288" r:id="rId15"/>
    <p:sldId id="291" r:id="rId16"/>
    <p:sldId id="296" r:id="rId17"/>
    <p:sldId id="292" r:id="rId18"/>
    <p:sldId id="293" r:id="rId19"/>
    <p:sldId id="297" r:id="rId20"/>
    <p:sldId id="298" r:id="rId21"/>
    <p:sldId id="277" r:id="rId22"/>
    <p:sldId id="279" r:id="rId23"/>
    <p:sldId id="280" r:id="rId24"/>
  </p:sldIdLst>
  <p:sldSz cx="9144000" cy="6858000" type="screen4x3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CB9"/>
    <a:srgbClr val="0064FF"/>
    <a:srgbClr val="E7E7E7"/>
    <a:srgbClr val="FDE2CB"/>
    <a:srgbClr val="FCD6B6"/>
    <a:srgbClr val="FABA86"/>
    <a:srgbClr val="F9B073"/>
    <a:srgbClr val="B0CA7C"/>
    <a:srgbClr val="F9AB6B"/>
    <a:srgbClr val="FAB8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4249" autoAdjust="0"/>
  </p:normalViewPr>
  <p:slideViewPr>
    <p:cSldViewPr snapToObjects="1"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1" d="100"/>
          <a:sy n="61" d="100"/>
        </p:scale>
        <p:origin x="-1680" y="-77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8DEDA80-2945-4F5A-BE18-00EA5FD1BBB3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8A7A21C-CB19-4671-AED8-D20320CF72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36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AD27008-8E94-4BE3-85A4-DBB55C91822D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136913C-23B8-4992-AD31-197833DF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9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0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36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8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86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42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2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45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34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14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07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27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05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3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95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962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52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20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37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49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32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09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8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7081"/>
            <a:ext cx="4040188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77989"/>
            <a:ext cx="4040188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857081"/>
            <a:ext cx="4041775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77989"/>
            <a:ext cx="4041775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3008313" cy="1066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09600"/>
            <a:ext cx="5111750" cy="5516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59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FPT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91002D-DF87-4FB9-865C-A76CFCC7B8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EC6FA-7C93-468E-A575-EDCD81EEFF7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3" descr="nen 1"/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mocup nam dai.wmf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2627" y="6467412"/>
            <a:ext cx="6400800" cy="407855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FPT University 2021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4F1FFC-C151-4ABD-8AD1-CE75123F0C8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19200"/>
            <a:ext cx="9144000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</p:sldLayoutIdLst>
  <p:hf hdr="0" dt="0"/>
  <p:txStyles>
    <p:titleStyle>
      <a:lvl1pPr algn="r" defTabSz="457200" rtl="0" eaLnBrk="1" fontAlgn="base" hangingPunct="1">
        <a:spcBef>
          <a:spcPct val="0"/>
        </a:spcBef>
        <a:spcAft>
          <a:spcPct val="0"/>
        </a:spcAft>
        <a:defRPr sz="3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inkercad.com/things/8JE4PmnwByT-brave-gogo-amberis/editel?sharecode=OzkadXeKdVSWY3wMrYutHkvNilSSjyDwhTcC6XlV89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inkercad.com/things/4mxk7FfAYSi-basic-lcd1602/editel?sharecode=hvTNN3CIe3TBG1GH-nabHKYH6dHmL9H464miL8wAU_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mocup nam 1.wmf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200" y="-79611"/>
            <a:ext cx="7433926" cy="4800599"/>
          </a:xfrm>
          <a:prstGeom prst="rect">
            <a:avLst/>
          </a:prstGeom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77108"/>
            <a:ext cx="6181725" cy="5869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/>
            <a:r>
              <a:rPr lang="en-US" sz="3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FPT EDUCATION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09562" y="1864296"/>
            <a:ext cx="5867400" cy="120251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Practices for KIT Arduino Uno R3</a:t>
            </a:r>
            <a:endParaRPr lang="en-US" sz="3600" b="1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505200" y="4217792"/>
            <a:ext cx="2362200" cy="85113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chemeClr val="bg1"/>
                </a:solidFill>
                <a:latin typeface="+mj-lt"/>
                <a:cs typeface="Arial" pitchFamily="34" charset="0"/>
              </a:rPr>
              <a:t>Version 1.0</a:t>
            </a:r>
          </a:p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20" name="Picture 19" descr="logo FPT.wmf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800" y="5105400"/>
            <a:ext cx="1676400" cy="10079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Lab#1: LED Array Effect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09E15-5EFB-4CC0-9991-D0EA550E9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37" y="1295400"/>
            <a:ext cx="6992326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6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LED 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RGB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91112-DE15-45BA-BF30-B6F12E2C0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79" y="1823813"/>
            <a:ext cx="746864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Display LED 7-Segment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3BA34-89F5-43CF-85BC-808A64C95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7954485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3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0904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Traffic Lights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20166-1A23-47F9-8E89-97AACA85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3" y="1447800"/>
            <a:ext cx="8973802" cy="42677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438F60-7681-465D-B9A6-AE1CAAD182D9}"/>
              </a:ext>
            </a:extLst>
          </p:cNvPr>
          <p:cNvSpPr txBox="1"/>
          <p:nvPr/>
        </p:nvSpPr>
        <p:spPr>
          <a:xfrm>
            <a:off x="3429000" y="6028515"/>
            <a:ext cx="58727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https://www.tinkercad.com/things/8JE4PmnwByT-brave-gogo-amberis/editel?sharecode=OzkadXeKdVSWY3wMrYutHkvNilSSjyDwhTcC6XlV890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200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Display LCD1602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7F436-FEAE-4953-9B89-EC6491A09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0" y="1444487"/>
            <a:ext cx="8878539" cy="394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26EB4D-DA2D-4279-8514-7ABA78FE8EDC}"/>
              </a:ext>
            </a:extLst>
          </p:cNvPr>
          <p:cNvSpPr txBox="1"/>
          <p:nvPr/>
        </p:nvSpPr>
        <p:spPr>
          <a:xfrm>
            <a:off x="3200400" y="5906869"/>
            <a:ext cx="6150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https://www.tinkercad.com/things/4mxk7FfAYSi-basic-lcd1602/editel?sharecode=hvTNN3CIe3TBG1GH-nabHKYH6dHmL9H464miL8wAU_A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953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Display LCD1602 Use I2C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ADA61-185D-4803-A723-9A4F1D999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3" y="1417983"/>
            <a:ext cx="899285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7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</a:t>
            </a:r>
            <a:r>
              <a:rPr lang="vi-VN" b="1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Digital input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8AFE1-6C38-4235-83B2-F20FC887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93" y="1652962"/>
            <a:ext cx="7643013" cy="431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8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Lab#7: Sound Sensor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8AFE1-6C38-4235-83B2-F20FC887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93" y="1652962"/>
            <a:ext cx="7643013" cy="431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5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33400"/>
            <a:ext cx="7358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Lab#8: Analog input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4C7FA-59C8-44E8-B14C-30947716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" y="2362200"/>
            <a:ext cx="9144000" cy="31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2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33400"/>
            <a:ext cx="7358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Lab#9: Volt Display on LCD1602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B78D5-F1E3-4ED3-8133-7AEA10C8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52" y="1466576"/>
            <a:ext cx="748769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155" y="533400"/>
            <a:ext cx="8125959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Lab#10: IR Remote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13A25-A10A-44C5-BEAA-3F30BF2B4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20" y="1828800"/>
            <a:ext cx="8125959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79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8120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Lab#11: On/Off Device use IR Remote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21F25-6D43-48D9-9768-CC29B0E3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9144000" cy="41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44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739" y="742122"/>
            <a:ext cx="8882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Lab#12: Temperature Sensor LM35/TMP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B7AD7-101B-4594-9CFA-1BAC2E61D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1561839"/>
            <a:ext cx="8145012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60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25" y="768627"/>
            <a:ext cx="9045053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Lab#13: Sensor LM35/TMP And LCD1602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42D8B-61F8-4139-9B28-BAB2D415B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69" y="1828800"/>
            <a:ext cx="8573661" cy="40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34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02365"/>
            <a:ext cx="8120714" cy="59303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Lab#14: Ultrasonic Distance Sensor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684B1-E8DF-4E62-A3F2-916123AA7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015" y="1454426"/>
            <a:ext cx="6787969" cy="484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05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8120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Lab#14: Ultrasonic Distance Sensor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AD2EB-2320-4DC5-88AC-CE712293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69" y="1513804"/>
            <a:ext cx="6668431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97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8120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Lab#15: GAS Sensor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12CA7-DD00-4432-A579-9DCBB883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26" y="1676400"/>
            <a:ext cx="814014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0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81207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Lab#16: PIR Sensor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19F20-8507-4F1F-A1A3-81519345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14" y="1295400"/>
            <a:ext cx="7696200" cy="51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8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Applications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C1955-85AE-4085-82AE-8548E6DF9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74173"/>
            <a:ext cx="7162800" cy="522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99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Applications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E98F4-943D-433F-A77F-1EC84568E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2" y="1676400"/>
            <a:ext cx="81819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1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6901514" cy="11430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Applications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9140A-9075-4486-830C-757E066A0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0" y="1752600"/>
            <a:ext cx="896427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077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soft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12867</TotalTime>
  <Words>195</Words>
  <Application>Microsoft Office PowerPoint</Application>
  <PresentationFormat>On-screen Show (4:3)</PresentationFormat>
  <Paragraphs>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Open Sans</vt:lpstr>
      <vt:lpstr>Times New Roman</vt:lpstr>
      <vt:lpstr>Custom Design</vt:lpstr>
      <vt:lpstr>Fsoft_theme</vt:lpstr>
      <vt:lpstr>PowerPoint Presentation</vt:lpstr>
      <vt:lpstr>Lab#1: LED Array Effect </vt:lpstr>
      <vt:lpstr>Lab#2: LED RGB</vt:lpstr>
      <vt:lpstr>Lab#3: Display LED 7-Segment</vt:lpstr>
      <vt:lpstr>Traffic Lights</vt:lpstr>
      <vt:lpstr>Lab#4: Display LCD1602</vt:lpstr>
      <vt:lpstr>Lab#5: Display LCD1602 Use I2C</vt:lpstr>
      <vt:lpstr>Lab#6: Digital input</vt:lpstr>
      <vt:lpstr>Lab#7: Sound Sensor</vt:lpstr>
      <vt:lpstr>Lab#8: Analog input</vt:lpstr>
      <vt:lpstr>Lab#9: Volt Display on LCD1602</vt:lpstr>
      <vt:lpstr>Lab#10: IR Remote</vt:lpstr>
      <vt:lpstr>Lab#11: On/Off Device use IR Remote</vt:lpstr>
      <vt:lpstr>Lab#12: Temperature Sensor LM35/TMP</vt:lpstr>
      <vt:lpstr>Lab#13: Sensor LM35/TMP And LCD1602</vt:lpstr>
      <vt:lpstr>Lab#14: Ultrasonic Distance Sensor</vt:lpstr>
      <vt:lpstr>Lab#14: Ultrasonic Distance Sensor</vt:lpstr>
      <vt:lpstr>Lab#15: GAS Sensor</vt:lpstr>
      <vt:lpstr>Lab#16: PIR Sensor</vt:lpstr>
      <vt:lpstr>Applications</vt:lpstr>
      <vt:lpstr>Applications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Trong Nhan</dc:creator>
  <cp:lastModifiedBy>Đặng Văn Hiếu</cp:lastModifiedBy>
  <cp:revision>997</cp:revision>
  <cp:lastPrinted>2024-10-25T07:39:44Z</cp:lastPrinted>
  <dcterms:created xsi:type="dcterms:W3CDTF">2010-09-14T03:27:51Z</dcterms:created>
  <dcterms:modified xsi:type="dcterms:W3CDTF">2025-09-20T09:45:27Z</dcterms:modified>
</cp:coreProperties>
</file>